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embeddedFontLst>
    <p:embeddedFont>
      <p:font typeface="DM Serif Display" pitchFamily="2" charset="0"/>
      <p:regular r:id="rId34"/>
    </p:embeddedFont>
    <p:embeddedFont>
      <p:font typeface="Fira Sans Extra Condensed Medium" panose="020B0604020202020204" charset="0"/>
      <p:regular r:id="rId35"/>
      <p:bold r:id="rId36"/>
      <p:italic r:id="rId37"/>
      <p:boldItalic r:id="rId38"/>
    </p:embeddedFont>
    <p:embeddedFont>
      <p:font typeface="Open Sans" panose="020B0606030504020204" pitchFamily="34" charset="0"/>
      <p:regular r:id="rId39"/>
      <p:bold r:id="rId40"/>
    </p:embeddedFont>
    <p:embeddedFont>
      <p:font typeface="Open Sans Light" panose="020B0306030504020204" pitchFamily="34" charset="0"/>
      <p:regular r:id="rId41"/>
      <p: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E96BBDF-1046-4329-9878-BA7F2B78CB18}">
  <a:tblStyle styleId="{0E96BBDF-1046-4329-9878-BA7F2B78CB1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2" d="100"/>
          <a:sy n="92" d="100"/>
        </p:scale>
        <p:origin x="540"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4dfce81f19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f6d0639efb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f6d0639ef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4dfce81f19_0_17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4dfce81f19_0_1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f6d0639efb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f6d0639efb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f6d0639efb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f6d0639ef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f6d0639efb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f6d0639ef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f6d0639efb_0_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f6d0639efb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f6d0639efb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f6d0639efb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f6d0639efb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f6d0639efb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f6d44433e2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f6d44433e2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f6d44433e2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f6d44433e2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f6d44433e2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3f6d44433e2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fac7f583ea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fac7f583ea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f6d44433e2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f6d44433e2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f6d44433e2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f6d44433e2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40a0456453d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40a0456453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40a0456453d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40a0456453d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40a0456453d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40a0456453d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40a0456453d_1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40a0456453d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40a0456453d_1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40a0456453d_1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40a0456453d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40a0456453d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40a0456453d_1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40a0456453d_1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40a0456453d_1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40a0456453d_1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0a0456453d_1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0a0456453d_1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40a0456453d_1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40a0456453d_1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40a0456453d_1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40a0456453d_1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40a0456453d_1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40a0456453d_1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40a0456453d_1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40a0456453d_1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hef6f976fc7553f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hef6f976fc7553f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hef6f976fc7553fc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hef6f976fc7553f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5465e7bc0b_1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5465e7bc0b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slide">
  <p:cSld name="CUSTOM_7">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449550" y="1472625"/>
            <a:ext cx="4245000" cy="17823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1pPr>
            <a:lvl2pPr lvl="1"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2pPr>
            <a:lvl3pPr lvl="2"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3pPr>
            <a:lvl4pPr lvl="3"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4pPr>
            <a:lvl5pPr lvl="4"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5pPr>
            <a:lvl6pPr lvl="5"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6pPr>
            <a:lvl7pPr lvl="6"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7pPr>
            <a:lvl8pPr lvl="7"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8pPr>
            <a:lvl9pPr lvl="8"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9pPr>
          </a:lstStyle>
          <a:p>
            <a:endParaRPr/>
          </a:p>
        </p:txBody>
      </p:sp>
      <p:sp>
        <p:nvSpPr>
          <p:cNvPr id="10" name="Google Shape;10;p2"/>
          <p:cNvSpPr txBox="1">
            <a:spLocks noGrp="1"/>
          </p:cNvSpPr>
          <p:nvPr>
            <p:ph type="subTitle" idx="1"/>
          </p:nvPr>
        </p:nvSpPr>
        <p:spPr>
          <a:xfrm>
            <a:off x="2070875" y="2901600"/>
            <a:ext cx="5002200" cy="717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rgbClr val="CCCCCC"/>
              </a:buClr>
              <a:buSzPts val="1200"/>
              <a:buNone/>
              <a:defRPr>
                <a:solidFill>
                  <a:srgbClr val="CCCCCC"/>
                </a:solidFill>
              </a:defRPr>
            </a:lvl1pPr>
            <a:lvl2pPr lvl="1" algn="ctr" rtl="0">
              <a:lnSpc>
                <a:spcPct val="100000"/>
              </a:lnSpc>
              <a:spcBef>
                <a:spcPts val="0"/>
              </a:spcBef>
              <a:spcAft>
                <a:spcPts val="0"/>
              </a:spcAft>
              <a:buClr>
                <a:srgbClr val="CCCCCC"/>
              </a:buClr>
              <a:buSzPts val="2800"/>
              <a:buNone/>
              <a:defRPr sz="2800">
                <a:solidFill>
                  <a:srgbClr val="CCCCCC"/>
                </a:solidFill>
              </a:defRPr>
            </a:lvl2pPr>
            <a:lvl3pPr lvl="2" algn="ctr" rtl="0">
              <a:lnSpc>
                <a:spcPct val="100000"/>
              </a:lnSpc>
              <a:spcBef>
                <a:spcPts val="0"/>
              </a:spcBef>
              <a:spcAft>
                <a:spcPts val="0"/>
              </a:spcAft>
              <a:buClr>
                <a:srgbClr val="CCCCCC"/>
              </a:buClr>
              <a:buSzPts val="2800"/>
              <a:buNone/>
              <a:defRPr sz="2800">
                <a:solidFill>
                  <a:srgbClr val="CCCCCC"/>
                </a:solidFill>
              </a:defRPr>
            </a:lvl3pPr>
            <a:lvl4pPr lvl="3" algn="ctr" rtl="0">
              <a:lnSpc>
                <a:spcPct val="100000"/>
              </a:lnSpc>
              <a:spcBef>
                <a:spcPts val="0"/>
              </a:spcBef>
              <a:spcAft>
                <a:spcPts val="0"/>
              </a:spcAft>
              <a:buClr>
                <a:srgbClr val="CCCCCC"/>
              </a:buClr>
              <a:buSzPts val="2800"/>
              <a:buNone/>
              <a:defRPr sz="2800">
                <a:solidFill>
                  <a:srgbClr val="CCCCCC"/>
                </a:solidFill>
              </a:defRPr>
            </a:lvl4pPr>
            <a:lvl5pPr lvl="4" algn="ctr" rtl="0">
              <a:lnSpc>
                <a:spcPct val="100000"/>
              </a:lnSpc>
              <a:spcBef>
                <a:spcPts val="0"/>
              </a:spcBef>
              <a:spcAft>
                <a:spcPts val="0"/>
              </a:spcAft>
              <a:buClr>
                <a:srgbClr val="CCCCCC"/>
              </a:buClr>
              <a:buSzPts val="2800"/>
              <a:buNone/>
              <a:defRPr sz="2800">
                <a:solidFill>
                  <a:srgbClr val="CCCCCC"/>
                </a:solidFill>
              </a:defRPr>
            </a:lvl5pPr>
            <a:lvl6pPr lvl="5" algn="ctr" rtl="0">
              <a:lnSpc>
                <a:spcPct val="100000"/>
              </a:lnSpc>
              <a:spcBef>
                <a:spcPts val="0"/>
              </a:spcBef>
              <a:spcAft>
                <a:spcPts val="0"/>
              </a:spcAft>
              <a:buClr>
                <a:srgbClr val="CCCCCC"/>
              </a:buClr>
              <a:buSzPts val="2800"/>
              <a:buNone/>
              <a:defRPr sz="2800">
                <a:solidFill>
                  <a:srgbClr val="CCCCCC"/>
                </a:solidFill>
              </a:defRPr>
            </a:lvl6pPr>
            <a:lvl7pPr lvl="6" algn="ctr" rtl="0">
              <a:lnSpc>
                <a:spcPct val="100000"/>
              </a:lnSpc>
              <a:spcBef>
                <a:spcPts val="0"/>
              </a:spcBef>
              <a:spcAft>
                <a:spcPts val="0"/>
              </a:spcAft>
              <a:buClr>
                <a:srgbClr val="CCCCCC"/>
              </a:buClr>
              <a:buSzPts val="2800"/>
              <a:buNone/>
              <a:defRPr sz="2800">
                <a:solidFill>
                  <a:srgbClr val="CCCCCC"/>
                </a:solidFill>
              </a:defRPr>
            </a:lvl7pPr>
            <a:lvl8pPr lvl="7" algn="ctr" rtl="0">
              <a:lnSpc>
                <a:spcPct val="100000"/>
              </a:lnSpc>
              <a:spcBef>
                <a:spcPts val="0"/>
              </a:spcBef>
              <a:spcAft>
                <a:spcPts val="0"/>
              </a:spcAft>
              <a:buClr>
                <a:srgbClr val="CCCCCC"/>
              </a:buClr>
              <a:buSzPts val="2800"/>
              <a:buNone/>
              <a:defRPr sz="2800">
                <a:solidFill>
                  <a:srgbClr val="CCCCCC"/>
                </a:solidFill>
              </a:defRPr>
            </a:lvl8pPr>
            <a:lvl9pPr lvl="8" algn="ctr" rtl="0">
              <a:lnSpc>
                <a:spcPct val="100000"/>
              </a:lnSpc>
              <a:spcBef>
                <a:spcPts val="0"/>
              </a:spcBef>
              <a:spcAft>
                <a:spcPts val="0"/>
              </a:spcAft>
              <a:buClr>
                <a:srgbClr val="CCCCCC"/>
              </a:buClr>
              <a:buSzPts val="2800"/>
              <a:buNone/>
              <a:defRPr sz="2800">
                <a:solidFill>
                  <a:srgbClr val="CCCCCC"/>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CUSTOM_12">
    <p:spTree>
      <p:nvGrpSpPr>
        <p:cNvPr id="1" name="Shape 11"/>
        <p:cNvGrpSpPr/>
        <p:nvPr/>
      </p:nvGrpSpPr>
      <p:grpSpPr>
        <a:xfrm>
          <a:off x="0" y="0"/>
          <a:ext cx="0" cy="0"/>
          <a:chOff x="0" y="0"/>
          <a:chExt cx="0" cy="0"/>
        </a:xfrm>
      </p:grpSpPr>
      <p:sp>
        <p:nvSpPr>
          <p:cNvPr id="12" name="Google Shape;12;p3"/>
          <p:cNvSpPr/>
          <p:nvPr/>
        </p:nvSpPr>
        <p:spPr>
          <a:xfrm>
            <a:off x="1578888" y="1536078"/>
            <a:ext cx="7618500" cy="486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 name="Google Shape;13;p3"/>
          <p:cNvSpPr txBox="1">
            <a:spLocks noGrp="1"/>
          </p:cNvSpPr>
          <p:nvPr>
            <p:ph type="ctrTitle"/>
          </p:nvPr>
        </p:nvSpPr>
        <p:spPr>
          <a:xfrm>
            <a:off x="2869492" y="2202425"/>
            <a:ext cx="11700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200"/>
              <a:buNone/>
              <a:defRPr sz="1200"/>
            </a:lvl1pPr>
            <a:lvl2pPr lvl="1" algn="r" rtl="0">
              <a:spcBef>
                <a:spcPts val="0"/>
              </a:spcBef>
              <a:spcAft>
                <a:spcPts val="0"/>
              </a:spcAft>
              <a:buSzPts val="1200"/>
              <a:buNone/>
              <a:defRPr sz="1200"/>
            </a:lvl2pPr>
            <a:lvl3pPr lvl="2" algn="r" rtl="0">
              <a:spcBef>
                <a:spcPts val="0"/>
              </a:spcBef>
              <a:spcAft>
                <a:spcPts val="0"/>
              </a:spcAft>
              <a:buSzPts val="1200"/>
              <a:buNone/>
              <a:defRPr sz="1200"/>
            </a:lvl3pPr>
            <a:lvl4pPr lvl="3" algn="r" rtl="0">
              <a:spcBef>
                <a:spcPts val="0"/>
              </a:spcBef>
              <a:spcAft>
                <a:spcPts val="0"/>
              </a:spcAft>
              <a:buSzPts val="1200"/>
              <a:buNone/>
              <a:defRPr sz="1200"/>
            </a:lvl4pPr>
            <a:lvl5pPr lvl="4" algn="r" rtl="0">
              <a:spcBef>
                <a:spcPts val="0"/>
              </a:spcBef>
              <a:spcAft>
                <a:spcPts val="0"/>
              </a:spcAft>
              <a:buSzPts val="1200"/>
              <a:buNone/>
              <a:defRPr sz="1200"/>
            </a:lvl5pPr>
            <a:lvl6pPr lvl="5" algn="r" rtl="0">
              <a:spcBef>
                <a:spcPts val="0"/>
              </a:spcBef>
              <a:spcAft>
                <a:spcPts val="0"/>
              </a:spcAft>
              <a:buSzPts val="1200"/>
              <a:buNone/>
              <a:defRPr sz="1200"/>
            </a:lvl6pPr>
            <a:lvl7pPr lvl="6" algn="r" rtl="0">
              <a:spcBef>
                <a:spcPts val="0"/>
              </a:spcBef>
              <a:spcAft>
                <a:spcPts val="0"/>
              </a:spcAft>
              <a:buSzPts val="1200"/>
              <a:buNone/>
              <a:defRPr sz="1200"/>
            </a:lvl7pPr>
            <a:lvl8pPr lvl="7" algn="r" rtl="0">
              <a:spcBef>
                <a:spcPts val="0"/>
              </a:spcBef>
              <a:spcAft>
                <a:spcPts val="0"/>
              </a:spcAft>
              <a:buSzPts val="1200"/>
              <a:buNone/>
              <a:defRPr sz="1200"/>
            </a:lvl8pPr>
            <a:lvl9pPr lvl="8" algn="r" rtl="0">
              <a:spcBef>
                <a:spcPts val="0"/>
              </a:spcBef>
              <a:spcAft>
                <a:spcPts val="0"/>
              </a:spcAft>
              <a:buSzPts val="1200"/>
              <a:buNone/>
              <a:defRPr sz="1200"/>
            </a:lvl9pPr>
          </a:lstStyle>
          <a:p>
            <a:endParaRPr/>
          </a:p>
        </p:txBody>
      </p:sp>
      <p:sp>
        <p:nvSpPr>
          <p:cNvPr id="14" name="Google Shape;14;p3"/>
          <p:cNvSpPr txBox="1">
            <a:spLocks noGrp="1"/>
          </p:cNvSpPr>
          <p:nvPr>
            <p:ph type="subTitle" idx="1"/>
          </p:nvPr>
        </p:nvSpPr>
        <p:spPr>
          <a:xfrm>
            <a:off x="2133184" y="2617473"/>
            <a:ext cx="19065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15" name="Google Shape;15;p3"/>
          <p:cNvSpPr txBox="1">
            <a:spLocks noGrp="1"/>
          </p:cNvSpPr>
          <p:nvPr>
            <p:ph type="title" idx="2" hasCustomPrompt="1"/>
          </p:nvPr>
        </p:nvSpPr>
        <p:spPr>
          <a:xfrm>
            <a:off x="2285884" y="1624335"/>
            <a:ext cx="17538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200"/>
              <a:buNone/>
              <a:defRPr sz="5200"/>
            </a:lvl1pPr>
            <a:lvl2pPr lvl="1"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9pPr>
          </a:lstStyle>
          <a:p>
            <a:r>
              <a:t>xx%</a:t>
            </a:r>
          </a:p>
        </p:txBody>
      </p:sp>
      <p:sp>
        <p:nvSpPr>
          <p:cNvPr id="16" name="Google Shape;16;p3"/>
          <p:cNvSpPr txBox="1">
            <a:spLocks noGrp="1"/>
          </p:cNvSpPr>
          <p:nvPr>
            <p:ph type="ctrTitle" idx="3"/>
          </p:nvPr>
        </p:nvSpPr>
        <p:spPr>
          <a:xfrm>
            <a:off x="3965788" y="2199025"/>
            <a:ext cx="22518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200"/>
              <a:buNone/>
              <a:defRPr sz="1200"/>
            </a:lvl1pPr>
            <a:lvl2pPr lvl="1" algn="r" rtl="0">
              <a:spcBef>
                <a:spcPts val="0"/>
              </a:spcBef>
              <a:spcAft>
                <a:spcPts val="0"/>
              </a:spcAft>
              <a:buSzPts val="1200"/>
              <a:buNone/>
              <a:defRPr sz="1200"/>
            </a:lvl2pPr>
            <a:lvl3pPr lvl="2" algn="r" rtl="0">
              <a:spcBef>
                <a:spcPts val="0"/>
              </a:spcBef>
              <a:spcAft>
                <a:spcPts val="0"/>
              </a:spcAft>
              <a:buSzPts val="1200"/>
              <a:buNone/>
              <a:defRPr sz="1200"/>
            </a:lvl3pPr>
            <a:lvl4pPr lvl="3" algn="r" rtl="0">
              <a:spcBef>
                <a:spcPts val="0"/>
              </a:spcBef>
              <a:spcAft>
                <a:spcPts val="0"/>
              </a:spcAft>
              <a:buSzPts val="1200"/>
              <a:buNone/>
              <a:defRPr sz="1200"/>
            </a:lvl4pPr>
            <a:lvl5pPr lvl="4" algn="r" rtl="0">
              <a:spcBef>
                <a:spcPts val="0"/>
              </a:spcBef>
              <a:spcAft>
                <a:spcPts val="0"/>
              </a:spcAft>
              <a:buSzPts val="1200"/>
              <a:buNone/>
              <a:defRPr sz="1200"/>
            </a:lvl5pPr>
            <a:lvl6pPr lvl="5" algn="r" rtl="0">
              <a:spcBef>
                <a:spcPts val="0"/>
              </a:spcBef>
              <a:spcAft>
                <a:spcPts val="0"/>
              </a:spcAft>
              <a:buSzPts val="1200"/>
              <a:buNone/>
              <a:defRPr sz="1200"/>
            </a:lvl6pPr>
            <a:lvl7pPr lvl="6" algn="r" rtl="0">
              <a:spcBef>
                <a:spcPts val="0"/>
              </a:spcBef>
              <a:spcAft>
                <a:spcPts val="0"/>
              </a:spcAft>
              <a:buSzPts val="1200"/>
              <a:buNone/>
              <a:defRPr sz="1200"/>
            </a:lvl7pPr>
            <a:lvl8pPr lvl="7" algn="r" rtl="0">
              <a:spcBef>
                <a:spcPts val="0"/>
              </a:spcBef>
              <a:spcAft>
                <a:spcPts val="0"/>
              </a:spcAft>
              <a:buSzPts val="1200"/>
              <a:buNone/>
              <a:defRPr sz="1200"/>
            </a:lvl8pPr>
            <a:lvl9pPr lvl="8" algn="r" rtl="0">
              <a:spcBef>
                <a:spcPts val="0"/>
              </a:spcBef>
              <a:spcAft>
                <a:spcPts val="0"/>
              </a:spcAft>
              <a:buSzPts val="1200"/>
              <a:buNone/>
              <a:defRPr sz="1200"/>
            </a:lvl9pPr>
          </a:lstStyle>
          <a:p>
            <a:endParaRPr/>
          </a:p>
        </p:txBody>
      </p:sp>
      <p:sp>
        <p:nvSpPr>
          <p:cNvPr id="17" name="Google Shape;17;p3"/>
          <p:cNvSpPr txBox="1">
            <a:spLocks noGrp="1"/>
          </p:cNvSpPr>
          <p:nvPr>
            <p:ph type="subTitle" idx="4"/>
          </p:nvPr>
        </p:nvSpPr>
        <p:spPr>
          <a:xfrm>
            <a:off x="4240888" y="2612183"/>
            <a:ext cx="19767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18" name="Google Shape;18;p3"/>
          <p:cNvSpPr txBox="1">
            <a:spLocks noGrp="1"/>
          </p:cNvSpPr>
          <p:nvPr>
            <p:ph type="title" idx="5" hasCustomPrompt="1"/>
          </p:nvPr>
        </p:nvSpPr>
        <p:spPr>
          <a:xfrm>
            <a:off x="4483545" y="1620937"/>
            <a:ext cx="17538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200"/>
              <a:buNone/>
              <a:defRPr sz="5200"/>
            </a:lvl1pPr>
            <a:lvl2pPr lvl="1"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9pPr>
          </a:lstStyle>
          <a:p>
            <a:r>
              <a:t>xx%</a:t>
            </a:r>
          </a:p>
        </p:txBody>
      </p:sp>
      <p:sp>
        <p:nvSpPr>
          <p:cNvPr id="19" name="Google Shape;19;p3"/>
          <p:cNvSpPr txBox="1">
            <a:spLocks noGrp="1"/>
          </p:cNvSpPr>
          <p:nvPr>
            <p:ph type="ctrTitle" idx="6"/>
          </p:nvPr>
        </p:nvSpPr>
        <p:spPr>
          <a:xfrm>
            <a:off x="6974340" y="2199050"/>
            <a:ext cx="14448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200"/>
              <a:buNone/>
              <a:defRPr sz="1200"/>
            </a:lvl1pPr>
            <a:lvl2pPr lvl="1" algn="r" rtl="0">
              <a:spcBef>
                <a:spcPts val="0"/>
              </a:spcBef>
              <a:spcAft>
                <a:spcPts val="0"/>
              </a:spcAft>
              <a:buSzPts val="1200"/>
              <a:buNone/>
              <a:defRPr sz="1200"/>
            </a:lvl2pPr>
            <a:lvl3pPr lvl="2" algn="r" rtl="0">
              <a:spcBef>
                <a:spcPts val="0"/>
              </a:spcBef>
              <a:spcAft>
                <a:spcPts val="0"/>
              </a:spcAft>
              <a:buSzPts val="1200"/>
              <a:buNone/>
              <a:defRPr sz="1200"/>
            </a:lvl3pPr>
            <a:lvl4pPr lvl="3" algn="r" rtl="0">
              <a:spcBef>
                <a:spcPts val="0"/>
              </a:spcBef>
              <a:spcAft>
                <a:spcPts val="0"/>
              </a:spcAft>
              <a:buSzPts val="1200"/>
              <a:buNone/>
              <a:defRPr sz="1200"/>
            </a:lvl4pPr>
            <a:lvl5pPr lvl="4" algn="r" rtl="0">
              <a:spcBef>
                <a:spcPts val="0"/>
              </a:spcBef>
              <a:spcAft>
                <a:spcPts val="0"/>
              </a:spcAft>
              <a:buSzPts val="1200"/>
              <a:buNone/>
              <a:defRPr sz="1200"/>
            </a:lvl5pPr>
            <a:lvl6pPr lvl="5" algn="r" rtl="0">
              <a:spcBef>
                <a:spcPts val="0"/>
              </a:spcBef>
              <a:spcAft>
                <a:spcPts val="0"/>
              </a:spcAft>
              <a:buSzPts val="1200"/>
              <a:buNone/>
              <a:defRPr sz="1200"/>
            </a:lvl6pPr>
            <a:lvl7pPr lvl="6" algn="r" rtl="0">
              <a:spcBef>
                <a:spcPts val="0"/>
              </a:spcBef>
              <a:spcAft>
                <a:spcPts val="0"/>
              </a:spcAft>
              <a:buSzPts val="1200"/>
              <a:buNone/>
              <a:defRPr sz="1200"/>
            </a:lvl7pPr>
            <a:lvl8pPr lvl="7" algn="r" rtl="0">
              <a:spcBef>
                <a:spcPts val="0"/>
              </a:spcBef>
              <a:spcAft>
                <a:spcPts val="0"/>
              </a:spcAft>
              <a:buSzPts val="1200"/>
              <a:buNone/>
              <a:defRPr sz="1200"/>
            </a:lvl8pPr>
            <a:lvl9pPr lvl="8" algn="r" rtl="0">
              <a:spcBef>
                <a:spcPts val="0"/>
              </a:spcBef>
              <a:spcAft>
                <a:spcPts val="0"/>
              </a:spcAft>
              <a:buSzPts val="1200"/>
              <a:buNone/>
              <a:defRPr sz="1200"/>
            </a:lvl9pPr>
          </a:lstStyle>
          <a:p>
            <a:endParaRPr/>
          </a:p>
        </p:txBody>
      </p:sp>
      <p:sp>
        <p:nvSpPr>
          <p:cNvPr id="20" name="Google Shape;20;p3"/>
          <p:cNvSpPr txBox="1">
            <a:spLocks noGrp="1"/>
          </p:cNvSpPr>
          <p:nvPr>
            <p:ph type="subTitle" idx="7"/>
          </p:nvPr>
        </p:nvSpPr>
        <p:spPr>
          <a:xfrm>
            <a:off x="6512506" y="2612198"/>
            <a:ext cx="19065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21" name="Google Shape;21;p3"/>
          <p:cNvSpPr txBox="1">
            <a:spLocks noGrp="1"/>
          </p:cNvSpPr>
          <p:nvPr>
            <p:ph type="title" idx="8" hasCustomPrompt="1"/>
          </p:nvPr>
        </p:nvSpPr>
        <p:spPr>
          <a:xfrm>
            <a:off x="6665206" y="1620947"/>
            <a:ext cx="17538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200"/>
              <a:buNone/>
              <a:defRPr sz="5200"/>
            </a:lvl1pPr>
            <a:lvl2pPr lvl="1"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9pPr>
          </a:lstStyle>
          <a:p>
            <a:r>
              <a:t>xx%</a:t>
            </a:r>
          </a:p>
        </p:txBody>
      </p:sp>
      <p:sp>
        <p:nvSpPr>
          <p:cNvPr id="22" name="Google Shape;22;p3"/>
          <p:cNvSpPr txBox="1">
            <a:spLocks noGrp="1"/>
          </p:cNvSpPr>
          <p:nvPr>
            <p:ph type="ctrTitle" idx="9"/>
          </p:nvPr>
        </p:nvSpPr>
        <p:spPr>
          <a:xfrm>
            <a:off x="725626" y="3784901"/>
            <a:ext cx="11700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23" name="Google Shape;23;p3"/>
          <p:cNvSpPr txBox="1">
            <a:spLocks noGrp="1"/>
          </p:cNvSpPr>
          <p:nvPr>
            <p:ph type="subTitle" idx="13"/>
          </p:nvPr>
        </p:nvSpPr>
        <p:spPr>
          <a:xfrm>
            <a:off x="725625" y="4199959"/>
            <a:ext cx="19065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24" name="Google Shape;24;p3"/>
          <p:cNvSpPr txBox="1">
            <a:spLocks noGrp="1"/>
          </p:cNvSpPr>
          <p:nvPr>
            <p:ph type="title" idx="14" hasCustomPrompt="1"/>
          </p:nvPr>
        </p:nvSpPr>
        <p:spPr>
          <a:xfrm>
            <a:off x="725637" y="3219993"/>
            <a:ext cx="17538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5" name="Google Shape;25;p3"/>
          <p:cNvSpPr txBox="1">
            <a:spLocks noGrp="1"/>
          </p:cNvSpPr>
          <p:nvPr>
            <p:ph type="ctrTitle" idx="15"/>
          </p:nvPr>
        </p:nvSpPr>
        <p:spPr>
          <a:xfrm>
            <a:off x="2870600" y="3781501"/>
            <a:ext cx="11286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26" name="Google Shape;26;p3"/>
          <p:cNvSpPr txBox="1">
            <a:spLocks noGrp="1"/>
          </p:cNvSpPr>
          <p:nvPr>
            <p:ph type="subTitle" idx="16"/>
          </p:nvPr>
        </p:nvSpPr>
        <p:spPr>
          <a:xfrm>
            <a:off x="2870596" y="4194668"/>
            <a:ext cx="19767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27" name="Google Shape;27;p3"/>
          <p:cNvSpPr txBox="1">
            <a:spLocks noGrp="1"/>
          </p:cNvSpPr>
          <p:nvPr>
            <p:ph type="title" idx="17" hasCustomPrompt="1"/>
          </p:nvPr>
        </p:nvSpPr>
        <p:spPr>
          <a:xfrm>
            <a:off x="2870612" y="3216594"/>
            <a:ext cx="17538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8" name="Google Shape;28;p3"/>
          <p:cNvSpPr txBox="1">
            <a:spLocks noGrp="1"/>
          </p:cNvSpPr>
          <p:nvPr>
            <p:ph type="ctrTitle" idx="18"/>
          </p:nvPr>
        </p:nvSpPr>
        <p:spPr>
          <a:xfrm>
            <a:off x="5015575" y="3781526"/>
            <a:ext cx="9165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29" name="Google Shape;29;p3"/>
          <p:cNvSpPr txBox="1">
            <a:spLocks noGrp="1"/>
          </p:cNvSpPr>
          <p:nvPr>
            <p:ph type="subTitle" idx="19"/>
          </p:nvPr>
        </p:nvSpPr>
        <p:spPr>
          <a:xfrm>
            <a:off x="5015575" y="4194684"/>
            <a:ext cx="19065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30" name="Google Shape;30;p3"/>
          <p:cNvSpPr txBox="1">
            <a:spLocks noGrp="1"/>
          </p:cNvSpPr>
          <p:nvPr>
            <p:ph type="title" idx="20" hasCustomPrompt="1"/>
          </p:nvPr>
        </p:nvSpPr>
        <p:spPr>
          <a:xfrm>
            <a:off x="5015587" y="3216604"/>
            <a:ext cx="17538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31" name="Google Shape;31;p3"/>
          <p:cNvSpPr/>
          <p:nvPr/>
        </p:nvSpPr>
        <p:spPr>
          <a:xfrm>
            <a:off x="737900" y="547725"/>
            <a:ext cx="749700" cy="486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32" name="Google Shape;32;p3"/>
          <p:cNvSpPr txBox="1">
            <a:spLocks noGrp="1"/>
          </p:cNvSpPr>
          <p:nvPr>
            <p:ph type="ctrTitle" idx="21"/>
          </p:nvPr>
        </p:nvSpPr>
        <p:spPr>
          <a:xfrm>
            <a:off x="723600" y="470622"/>
            <a:ext cx="1753800" cy="9462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3" name="Google Shape;33;p3"/>
          <p:cNvSpPr/>
          <p:nvPr/>
        </p:nvSpPr>
        <p:spPr>
          <a:xfrm>
            <a:off x="-99062" y="3110610"/>
            <a:ext cx="7618500" cy="486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text">
  <p:cSld name="CUSTOM_13">
    <p:spTree>
      <p:nvGrpSpPr>
        <p:cNvPr id="1" name="Shape 34"/>
        <p:cNvGrpSpPr/>
        <p:nvPr/>
      </p:nvGrpSpPr>
      <p:grpSpPr>
        <a:xfrm>
          <a:off x="0" y="0"/>
          <a:ext cx="0" cy="0"/>
          <a:chOff x="0" y="0"/>
          <a:chExt cx="0" cy="0"/>
        </a:xfrm>
      </p:grpSpPr>
      <p:sp>
        <p:nvSpPr>
          <p:cNvPr id="35" name="Google Shape;35;p4"/>
          <p:cNvSpPr txBox="1">
            <a:spLocks noGrp="1"/>
          </p:cNvSpPr>
          <p:nvPr>
            <p:ph type="title"/>
          </p:nvPr>
        </p:nvSpPr>
        <p:spPr>
          <a:xfrm flipH="1">
            <a:off x="4804872" y="2123400"/>
            <a:ext cx="2847000" cy="8967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B7B7B7"/>
              </a:buClr>
              <a:buSzPts val="2800"/>
              <a:buNone/>
              <a:defRPr>
                <a:solidFill>
                  <a:srgbClr val="B7B7B7"/>
                </a:solidFill>
              </a:defRPr>
            </a:lvl1pPr>
            <a:lvl2pPr lvl="1" rtl="0">
              <a:spcBef>
                <a:spcPts val="0"/>
              </a:spcBef>
              <a:spcAft>
                <a:spcPts val="0"/>
              </a:spcAft>
              <a:buClr>
                <a:srgbClr val="B7B7B7"/>
              </a:buClr>
              <a:buSzPts val="2800"/>
              <a:buNone/>
              <a:defRPr>
                <a:solidFill>
                  <a:srgbClr val="B7B7B7"/>
                </a:solidFill>
              </a:defRPr>
            </a:lvl2pPr>
            <a:lvl3pPr lvl="2" rtl="0">
              <a:spcBef>
                <a:spcPts val="0"/>
              </a:spcBef>
              <a:spcAft>
                <a:spcPts val="0"/>
              </a:spcAft>
              <a:buClr>
                <a:srgbClr val="B7B7B7"/>
              </a:buClr>
              <a:buSzPts val="2800"/>
              <a:buNone/>
              <a:defRPr>
                <a:solidFill>
                  <a:srgbClr val="B7B7B7"/>
                </a:solidFill>
              </a:defRPr>
            </a:lvl3pPr>
            <a:lvl4pPr lvl="3" rtl="0">
              <a:spcBef>
                <a:spcPts val="0"/>
              </a:spcBef>
              <a:spcAft>
                <a:spcPts val="0"/>
              </a:spcAft>
              <a:buClr>
                <a:srgbClr val="B7B7B7"/>
              </a:buClr>
              <a:buSzPts val="2800"/>
              <a:buNone/>
              <a:defRPr>
                <a:solidFill>
                  <a:srgbClr val="B7B7B7"/>
                </a:solidFill>
              </a:defRPr>
            </a:lvl4pPr>
            <a:lvl5pPr lvl="4" rtl="0">
              <a:spcBef>
                <a:spcPts val="0"/>
              </a:spcBef>
              <a:spcAft>
                <a:spcPts val="0"/>
              </a:spcAft>
              <a:buClr>
                <a:srgbClr val="B7B7B7"/>
              </a:buClr>
              <a:buSzPts val="2800"/>
              <a:buNone/>
              <a:defRPr>
                <a:solidFill>
                  <a:srgbClr val="B7B7B7"/>
                </a:solidFill>
              </a:defRPr>
            </a:lvl5pPr>
            <a:lvl6pPr lvl="5" rtl="0">
              <a:spcBef>
                <a:spcPts val="0"/>
              </a:spcBef>
              <a:spcAft>
                <a:spcPts val="0"/>
              </a:spcAft>
              <a:buClr>
                <a:srgbClr val="B7B7B7"/>
              </a:buClr>
              <a:buSzPts val="2800"/>
              <a:buNone/>
              <a:defRPr>
                <a:solidFill>
                  <a:srgbClr val="B7B7B7"/>
                </a:solidFill>
              </a:defRPr>
            </a:lvl6pPr>
            <a:lvl7pPr lvl="6" rtl="0">
              <a:spcBef>
                <a:spcPts val="0"/>
              </a:spcBef>
              <a:spcAft>
                <a:spcPts val="0"/>
              </a:spcAft>
              <a:buClr>
                <a:srgbClr val="B7B7B7"/>
              </a:buClr>
              <a:buSzPts val="2800"/>
              <a:buNone/>
              <a:defRPr>
                <a:solidFill>
                  <a:srgbClr val="B7B7B7"/>
                </a:solidFill>
              </a:defRPr>
            </a:lvl7pPr>
            <a:lvl8pPr lvl="7" rtl="0">
              <a:spcBef>
                <a:spcPts val="0"/>
              </a:spcBef>
              <a:spcAft>
                <a:spcPts val="0"/>
              </a:spcAft>
              <a:buClr>
                <a:srgbClr val="B7B7B7"/>
              </a:buClr>
              <a:buSzPts val="2800"/>
              <a:buNone/>
              <a:defRPr>
                <a:solidFill>
                  <a:srgbClr val="B7B7B7"/>
                </a:solidFill>
              </a:defRPr>
            </a:lvl8pPr>
            <a:lvl9pPr lvl="8" rtl="0">
              <a:spcBef>
                <a:spcPts val="0"/>
              </a:spcBef>
              <a:spcAft>
                <a:spcPts val="0"/>
              </a:spcAft>
              <a:buClr>
                <a:srgbClr val="B7B7B7"/>
              </a:buClr>
              <a:buSzPts val="2800"/>
              <a:buNone/>
              <a:defRPr>
                <a:solidFill>
                  <a:srgbClr val="B7B7B7"/>
                </a:solidFill>
              </a:defRPr>
            </a:lvl9pPr>
          </a:lstStyle>
          <a:p>
            <a:endParaRPr/>
          </a:p>
        </p:txBody>
      </p:sp>
      <p:sp>
        <p:nvSpPr>
          <p:cNvPr id="36" name="Google Shape;36;p4"/>
          <p:cNvSpPr txBox="1">
            <a:spLocks noGrp="1"/>
          </p:cNvSpPr>
          <p:nvPr>
            <p:ph type="subTitle" idx="1"/>
          </p:nvPr>
        </p:nvSpPr>
        <p:spPr>
          <a:xfrm>
            <a:off x="2178957" y="2185251"/>
            <a:ext cx="1995900" cy="1170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sz="1100"/>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subtitle">
  <p:cSld name="CUSTOM_14">
    <p:spTree>
      <p:nvGrpSpPr>
        <p:cNvPr id="1" name="Shape 37"/>
        <p:cNvGrpSpPr/>
        <p:nvPr/>
      </p:nvGrpSpPr>
      <p:grpSpPr>
        <a:xfrm>
          <a:off x="0" y="0"/>
          <a:ext cx="0" cy="0"/>
          <a:chOff x="0" y="0"/>
          <a:chExt cx="0" cy="0"/>
        </a:xfrm>
      </p:grpSpPr>
      <p:sp>
        <p:nvSpPr>
          <p:cNvPr id="38" name="Google Shape;38;p5"/>
          <p:cNvSpPr txBox="1">
            <a:spLocks noGrp="1"/>
          </p:cNvSpPr>
          <p:nvPr>
            <p:ph type="ctrTitle"/>
          </p:nvPr>
        </p:nvSpPr>
        <p:spPr>
          <a:xfrm>
            <a:off x="3870900" y="376498"/>
            <a:ext cx="3867300" cy="20541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800"/>
              <a:buNone/>
              <a:defRPr/>
            </a:lvl1pPr>
            <a:lvl2pPr lvl="1" algn="r" rtl="0">
              <a:spcBef>
                <a:spcPts val="0"/>
              </a:spcBef>
              <a:spcAft>
                <a:spcPts val="0"/>
              </a:spcAft>
              <a:buSzPts val="1600"/>
              <a:buNone/>
              <a:defRPr sz="1600"/>
            </a:lvl2pPr>
            <a:lvl3pPr lvl="2" algn="r" rtl="0">
              <a:spcBef>
                <a:spcPts val="0"/>
              </a:spcBef>
              <a:spcAft>
                <a:spcPts val="0"/>
              </a:spcAft>
              <a:buSzPts val="1600"/>
              <a:buNone/>
              <a:defRPr sz="1600"/>
            </a:lvl3pPr>
            <a:lvl4pPr lvl="3" algn="r" rtl="0">
              <a:spcBef>
                <a:spcPts val="0"/>
              </a:spcBef>
              <a:spcAft>
                <a:spcPts val="0"/>
              </a:spcAft>
              <a:buSzPts val="1600"/>
              <a:buNone/>
              <a:defRPr sz="1600"/>
            </a:lvl4pPr>
            <a:lvl5pPr lvl="4" algn="r" rtl="0">
              <a:spcBef>
                <a:spcPts val="0"/>
              </a:spcBef>
              <a:spcAft>
                <a:spcPts val="0"/>
              </a:spcAft>
              <a:buSzPts val="1600"/>
              <a:buNone/>
              <a:defRPr sz="1600"/>
            </a:lvl5pPr>
            <a:lvl6pPr lvl="5" algn="r" rtl="0">
              <a:spcBef>
                <a:spcPts val="0"/>
              </a:spcBef>
              <a:spcAft>
                <a:spcPts val="0"/>
              </a:spcAft>
              <a:buSzPts val="1600"/>
              <a:buNone/>
              <a:defRPr sz="1600"/>
            </a:lvl6pPr>
            <a:lvl7pPr lvl="6" algn="r" rtl="0">
              <a:spcBef>
                <a:spcPts val="0"/>
              </a:spcBef>
              <a:spcAft>
                <a:spcPts val="0"/>
              </a:spcAft>
              <a:buSzPts val="1600"/>
              <a:buNone/>
              <a:defRPr sz="1600"/>
            </a:lvl7pPr>
            <a:lvl8pPr lvl="7" algn="r" rtl="0">
              <a:spcBef>
                <a:spcPts val="0"/>
              </a:spcBef>
              <a:spcAft>
                <a:spcPts val="0"/>
              </a:spcAft>
              <a:buSzPts val="1600"/>
              <a:buNone/>
              <a:defRPr sz="1600"/>
            </a:lvl8pPr>
            <a:lvl9pPr lvl="8" algn="r" rtl="0">
              <a:spcBef>
                <a:spcPts val="0"/>
              </a:spcBef>
              <a:spcAft>
                <a:spcPts val="0"/>
              </a:spcAft>
              <a:buSzPts val="1600"/>
              <a:buNone/>
              <a:defRPr sz="1600"/>
            </a:lvl9pPr>
          </a:lstStyle>
          <a:p>
            <a:endParaRPr/>
          </a:p>
        </p:txBody>
      </p:sp>
      <p:sp>
        <p:nvSpPr>
          <p:cNvPr id="39" name="Google Shape;39;p5"/>
          <p:cNvSpPr txBox="1">
            <a:spLocks noGrp="1"/>
          </p:cNvSpPr>
          <p:nvPr>
            <p:ph type="subTitle" idx="1"/>
          </p:nvPr>
        </p:nvSpPr>
        <p:spPr>
          <a:xfrm>
            <a:off x="4754950" y="2314225"/>
            <a:ext cx="2983200" cy="1784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Headline design 1">
  <p:cSld name="CUSTOM_7_2">
    <p:spTree>
      <p:nvGrpSpPr>
        <p:cNvPr id="1" name="Shape 40"/>
        <p:cNvGrpSpPr/>
        <p:nvPr/>
      </p:nvGrpSpPr>
      <p:grpSpPr>
        <a:xfrm>
          <a:off x="0" y="0"/>
          <a:ext cx="0" cy="0"/>
          <a:chOff x="0" y="0"/>
          <a:chExt cx="0" cy="0"/>
        </a:xfrm>
      </p:grpSpPr>
      <p:sp>
        <p:nvSpPr>
          <p:cNvPr id="41" name="Google Shape;41;p6"/>
          <p:cNvSpPr txBox="1">
            <a:spLocks noGrp="1"/>
          </p:cNvSpPr>
          <p:nvPr>
            <p:ph type="ctrTitle"/>
          </p:nvPr>
        </p:nvSpPr>
        <p:spPr>
          <a:xfrm flipH="1">
            <a:off x="4101725" y="2243225"/>
            <a:ext cx="2755800" cy="19212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CCCCCC"/>
              </a:buClr>
              <a:buSzPts val="3600"/>
              <a:buNone/>
              <a:defRPr sz="3600">
                <a:solidFill>
                  <a:srgbClr val="CCCCCC"/>
                </a:solidFill>
              </a:defRPr>
            </a:lvl1pPr>
            <a:lvl2pPr lvl="1" rtl="0">
              <a:spcBef>
                <a:spcPts val="0"/>
              </a:spcBef>
              <a:spcAft>
                <a:spcPts val="0"/>
              </a:spcAft>
              <a:buClr>
                <a:srgbClr val="CCCCCC"/>
              </a:buClr>
              <a:buSzPts val="6500"/>
              <a:buNone/>
              <a:defRPr sz="6500">
                <a:solidFill>
                  <a:srgbClr val="CCCCCC"/>
                </a:solidFill>
              </a:defRPr>
            </a:lvl2pPr>
            <a:lvl3pPr lvl="2" rtl="0">
              <a:spcBef>
                <a:spcPts val="0"/>
              </a:spcBef>
              <a:spcAft>
                <a:spcPts val="0"/>
              </a:spcAft>
              <a:buClr>
                <a:srgbClr val="CCCCCC"/>
              </a:buClr>
              <a:buSzPts val="6500"/>
              <a:buNone/>
              <a:defRPr sz="6500">
                <a:solidFill>
                  <a:srgbClr val="CCCCCC"/>
                </a:solidFill>
              </a:defRPr>
            </a:lvl3pPr>
            <a:lvl4pPr lvl="3" rtl="0">
              <a:spcBef>
                <a:spcPts val="0"/>
              </a:spcBef>
              <a:spcAft>
                <a:spcPts val="0"/>
              </a:spcAft>
              <a:buClr>
                <a:srgbClr val="CCCCCC"/>
              </a:buClr>
              <a:buSzPts val="6500"/>
              <a:buNone/>
              <a:defRPr sz="6500">
                <a:solidFill>
                  <a:srgbClr val="CCCCCC"/>
                </a:solidFill>
              </a:defRPr>
            </a:lvl4pPr>
            <a:lvl5pPr lvl="4" rtl="0">
              <a:spcBef>
                <a:spcPts val="0"/>
              </a:spcBef>
              <a:spcAft>
                <a:spcPts val="0"/>
              </a:spcAft>
              <a:buClr>
                <a:srgbClr val="CCCCCC"/>
              </a:buClr>
              <a:buSzPts val="6500"/>
              <a:buNone/>
              <a:defRPr sz="6500">
                <a:solidFill>
                  <a:srgbClr val="CCCCCC"/>
                </a:solidFill>
              </a:defRPr>
            </a:lvl5pPr>
            <a:lvl6pPr lvl="5" rtl="0">
              <a:spcBef>
                <a:spcPts val="0"/>
              </a:spcBef>
              <a:spcAft>
                <a:spcPts val="0"/>
              </a:spcAft>
              <a:buClr>
                <a:srgbClr val="CCCCCC"/>
              </a:buClr>
              <a:buSzPts val="6500"/>
              <a:buNone/>
              <a:defRPr sz="6500">
                <a:solidFill>
                  <a:srgbClr val="CCCCCC"/>
                </a:solidFill>
              </a:defRPr>
            </a:lvl6pPr>
            <a:lvl7pPr lvl="6" rtl="0">
              <a:spcBef>
                <a:spcPts val="0"/>
              </a:spcBef>
              <a:spcAft>
                <a:spcPts val="0"/>
              </a:spcAft>
              <a:buClr>
                <a:srgbClr val="CCCCCC"/>
              </a:buClr>
              <a:buSzPts val="6500"/>
              <a:buNone/>
              <a:defRPr sz="6500">
                <a:solidFill>
                  <a:srgbClr val="CCCCCC"/>
                </a:solidFill>
              </a:defRPr>
            </a:lvl7pPr>
            <a:lvl8pPr lvl="7" rtl="0">
              <a:spcBef>
                <a:spcPts val="0"/>
              </a:spcBef>
              <a:spcAft>
                <a:spcPts val="0"/>
              </a:spcAft>
              <a:buClr>
                <a:srgbClr val="CCCCCC"/>
              </a:buClr>
              <a:buSzPts val="6500"/>
              <a:buNone/>
              <a:defRPr sz="6500">
                <a:solidFill>
                  <a:srgbClr val="CCCCCC"/>
                </a:solidFill>
              </a:defRPr>
            </a:lvl8pPr>
            <a:lvl9pPr lvl="8" rtl="0">
              <a:spcBef>
                <a:spcPts val="0"/>
              </a:spcBef>
              <a:spcAft>
                <a:spcPts val="0"/>
              </a:spcAft>
              <a:buClr>
                <a:srgbClr val="CCCCCC"/>
              </a:buClr>
              <a:buSzPts val="6500"/>
              <a:buNone/>
              <a:defRPr sz="6500">
                <a:solidFill>
                  <a:srgbClr val="CCCCCC"/>
                </a:solidFill>
              </a:defRPr>
            </a:lvl9pPr>
          </a:lstStyle>
          <a:p>
            <a:endParaRPr/>
          </a:p>
        </p:txBody>
      </p:sp>
      <p:sp>
        <p:nvSpPr>
          <p:cNvPr id="42" name="Google Shape;42;p6"/>
          <p:cNvSpPr txBox="1">
            <a:spLocks noGrp="1"/>
          </p:cNvSpPr>
          <p:nvPr>
            <p:ph type="title" idx="2" hasCustomPrompt="1"/>
          </p:nvPr>
        </p:nvSpPr>
        <p:spPr>
          <a:xfrm flipH="1">
            <a:off x="-746050" y="2419325"/>
            <a:ext cx="4488300" cy="16224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CCCCCC"/>
              </a:buClr>
              <a:buSzPts val="16000"/>
              <a:buNone/>
              <a:defRPr sz="16000">
                <a:solidFill>
                  <a:srgbClr val="CCCCCC"/>
                </a:solidFill>
              </a:defRPr>
            </a:lvl1pPr>
            <a:lvl2pPr lvl="1"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9pPr>
          </a:lstStyle>
          <a:p>
            <a:r>
              <a:t>xx%</a:t>
            </a:r>
          </a:p>
        </p:txBody>
      </p:sp>
      <p:sp>
        <p:nvSpPr>
          <p:cNvPr id="43" name="Google Shape;43;p6"/>
          <p:cNvSpPr/>
          <p:nvPr/>
        </p:nvSpPr>
        <p:spPr>
          <a:xfrm>
            <a:off x="2522400" y="753125"/>
            <a:ext cx="4099200" cy="3583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CCCCC"/>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design + subtitle">
  <p:cSld name="CUSTOM_15">
    <p:spTree>
      <p:nvGrpSpPr>
        <p:cNvPr id="1" name="Shape 44"/>
        <p:cNvGrpSpPr/>
        <p:nvPr/>
      </p:nvGrpSpPr>
      <p:grpSpPr>
        <a:xfrm>
          <a:off x="0" y="0"/>
          <a:ext cx="0" cy="0"/>
          <a:chOff x="0" y="0"/>
          <a:chExt cx="0" cy="0"/>
        </a:xfrm>
      </p:grpSpPr>
      <p:sp>
        <p:nvSpPr>
          <p:cNvPr id="45" name="Google Shape;45;p7"/>
          <p:cNvSpPr txBox="1">
            <a:spLocks noGrp="1"/>
          </p:cNvSpPr>
          <p:nvPr>
            <p:ph type="subTitle" idx="1"/>
          </p:nvPr>
        </p:nvSpPr>
        <p:spPr>
          <a:xfrm>
            <a:off x="3531568" y="3311625"/>
            <a:ext cx="4981800" cy="367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CCCCCC"/>
              </a:buClr>
              <a:buSzPts val="1000"/>
              <a:buNone/>
              <a:defRPr sz="1000">
                <a:solidFill>
                  <a:srgbClr val="CCCCCC"/>
                </a:solidFill>
              </a:defRPr>
            </a:lvl1pPr>
            <a:lvl2pPr lvl="1" algn="r" rtl="0">
              <a:lnSpc>
                <a:spcPct val="100000"/>
              </a:lnSpc>
              <a:spcBef>
                <a:spcPts val="0"/>
              </a:spcBef>
              <a:spcAft>
                <a:spcPts val="0"/>
              </a:spcAft>
              <a:buClr>
                <a:srgbClr val="CCCCCC"/>
              </a:buClr>
              <a:buSzPts val="1000"/>
              <a:buNone/>
              <a:defRPr sz="1000">
                <a:solidFill>
                  <a:srgbClr val="CCCCCC"/>
                </a:solidFill>
              </a:defRPr>
            </a:lvl2pPr>
            <a:lvl3pPr lvl="2" algn="r" rtl="0">
              <a:lnSpc>
                <a:spcPct val="100000"/>
              </a:lnSpc>
              <a:spcBef>
                <a:spcPts val="0"/>
              </a:spcBef>
              <a:spcAft>
                <a:spcPts val="0"/>
              </a:spcAft>
              <a:buClr>
                <a:srgbClr val="CCCCCC"/>
              </a:buClr>
              <a:buSzPts val="1000"/>
              <a:buNone/>
              <a:defRPr sz="1000">
                <a:solidFill>
                  <a:srgbClr val="CCCCCC"/>
                </a:solidFill>
              </a:defRPr>
            </a:lvl3pPr>
            <a:lvl4pPr lvl="3" algn="r" rtl="0">
              <a:lnSpc>
                <a:spcPct val="100000"/>
              </a:lnSpc>
              <a:spcBef>
                <a:spcPts val="0"/>
              </a:spcBef>
              <a:spcAft>
                <a:spcPts val="0"/>
              </a:spcAft>
              <a:buClr>
                <a:srgbClr val="CCCCCC"/>
              </a:buClr>
              <a:buSzPts val="1000"/>
              <a:buNone/>
              <a:defRPr sz="1000">
                <a:solidFill>
                  <a:srgbClr val="CCCCCC"/>
                </a:solidFill>
              </a:defRPr>
            </a:lvl4pPr>
            <a:lvl5pPr lvl="4" algn="r" rtl="0">
              <a:lnSpc>
                <a:spcPct val="100000"/>
              </a:lnSpc>
              <a:spcBef>
                <a:spcPts val="0"/>
              </a:spcBef>
              <a:spcAft>
                <a:spcPts val="0"/>
              </a:spcAft>
              <a:buClr>
                <a:srgbClr val="CCCCCC"/>
              </a:buClr>
              <a:buSzPts val="1000"/>
              <a:buNone/>
              <a:defRPr sz="1000">
                <a:solidFill>
                  <a:srgbClr val="CCCCCC"/>
                </a:solidFill>
              </a:defRPr>
            </a:lvl5pPr>
            <a:lvl6pPr lvl="5" algn="r" rtl="0">
              <a:lnSpc>
                <a:spcPct val="100000"/>
              </a:lnSpc>
              <a:spcBef>
                <a:spcPts val="0"/>
              </a:spcBef>
              <a:spcAft>
                <a:spcPts val="0"/>
              </a:spcAft>
              <a:buClr>
                <a:srgbClr val="CCCCCC"/>
              </a:buClr>
              <a:buSzPts val="1000"/>
              <a:buNone/>
              <a:defRPr sz="1000">
                <a:solidFill>
                  <a:srgbClr val="CCCCCC"/>
                </a:solidFill>
              </a:defRPr>
            </a:lvl6pPr>
            <a:lvl7pPr lvl="6" algn="r" rtl="0">
              <a:lnSpc>
                <a:spcPct val="100000"/>
              </a:lnSpc>
              <a:spcBef>
                <a:spcPts val="0"/>
              </a:spcBef>
              <a:spcAft>
                <a:spcPts val="0"/>
              </a:spcAft>
              <a:buClr>
                <a:srgbClr val="CCCCCC"/>
              </a:buClr>
              <a:buSzPts val="1000"/>
              <a:buNone/>
              <a:defRPr sz="1000">
                <a:solidFill>
                  <a:srgbClr val="CCCCCC"/>
                </a:solidFill>
              </a:defRPr>
            </a:lvl7pPr>
            <a:lvl8pPr lvl="7" algn="r" rtl="0">
              <a:lnSpc>
                <a:spcPct val="100000"/>
              </a:lnSpc>
              <a:spcBef>
                <a:spcPts val="0"/>
              </a:spcBef>
              <a:spcAft>
                <a:spcPts val="0"/>
              </a:spcAft>
              <a:buClr>
                <a:srgbClr val="CCCCCC"/>
              </a:buClr>
              <a:buSzPts val="1000"/>
              <a:buNone/>
              <a:defRPr sz="1000">
                <a:solidFill>
                  <a:srgbClr val="CCCCCC"/>
                </a:solidFill>
              </a:defRPr>
            </a:lvl8pPr>
            <a:lvl9pPr lvl="8" algn="r" rtl="0">
              <a:lnSpc>
                <a:spcPct val="100000"/>
              </a:lnSpc>
              <a:spcBef>
                <a:spcPts val="0"/>
              </a:spcBef>
              <a:spcAft>
                <a:spcPts val="0"/>
              </a:spcAft>
              <a:buClr>
                <a:srgbClr val="CCCCCC"/>
              </a:buClr>
              <a:buSzPts val="1000"/>
              <a:buNone/>
              <a:defRPr sz="1000">
                <a:solidFill>
                  <a:srgbClr val="CCCCCC"/>
                </a:solidFill>
              </a:defRPr>
            </a:lvl9pPr>
          </a:lstStyle>
          <a:p>
            <a:endParaRPr/>
          </a:p>
        </p:txBody>
      </p:sp>
      <p:sp>
        <p:nvSpPr>
          <p:cNvPr id="46" name="Google Shape;46;p7"/>
          <p:cNvSpPr txBox="1">
            <a:spLocks noGrp="1"/>
          </p:cNvSpPr>
          <p:nvPr>
            <p:ph type="ctrTitle"/>
          </p:nvPr>
        </p:nvSpPr>
        <p:spPr>
          <a:xfrm>
            <a:off x="723600" y="470625"/>
            <a:ext cx="1497600" cy="9462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lumns 1">
  <p:cSld name="CUSTOM_16">
    <p:spTree>
      <p:nvGrpSpPr>
        <p:cNvPr id="1" name="Shape 47"/>
        <p:cNvGrpSpPr/>
        <p:nvPr/>
      </p:nvGrpSpPr>
      <p:grpSpPr>
        <a:xfrm>
          <a:off x="0" y="0"/>
          <a:ext cx="0" cy="0"/>
          <a:chOff x="0" y="0"/>
          <a:chExt cx="0" cy="0"/>
        </a:xfrm>
      </p:grpSpPr>
      <p:sp>
        <p:nvSpPr>
          <p:cNvPr id="48" name="Google Shape;48;p8"/>
          <p:cNvSpPr txBox="1">
            <a:spLocks noGrp="1"/>
          </p:cNvSpPr>
          <p:nvPr>
            <p:ph type="subTitle" idx="1"/>
          </p:nvPr>
        </p:nvSpPr>
        <p:spPr>
          <a:xfrm>
            <a:off x="934666" y="2394325"/>
            <a:ext cx="2877300" cy="295200"/>
          </a:xfrm>
          <a:prstGeom prst="rect">
            <a:avLst/>
          </a:prstGeom>
        </p:spPr>
        <p:txBody>
          <a:bodyPr spcFirstLastPara="1" wrap="square" lIns="91425" tIns="91425" rIns="91425" bIns="91425" anchor="b" anchorCtr="0">
            <a:noAutofit/>
          </a:bodyPr>
          <a:lstStyle>
            <a:lvl1pPr lvl="0" rtl="0">
              <a:spcBef>
                <a:spcPts val="0"/>
              </a:spcBef>
              <a:spcAft>
                <a:spcPts val="0"/>
              </a:spcAft>
              <a:buNone/>
              <a:defRPr sz="2800">
                <a:solidFill>
                  <a:srgbClr val="B7B7B7"/>
                </a:solidFill>
                <a:latin typeface="DM Serif Display"/>
                <a:ea typeface="DM Serif Display"/>
                <a:cs typeface="DM Serif Display"/>
                <a:sym typeface="DM Serif Display"/>
              </a:defRPr>
            </a:lvl1pPr>
            <a:lvl2pPr lvl="1" rtl="0">
              <a:spcBef>
                <a:spcPts val="1600"/>
              </a:spcBef>
              <a:spcAft>
                <a:spcPts val="0"/>
              </a:spcAft>
              <a:buNone/>
              <a:defRPr>
                <a:solidFill>
                  <a:srgbClr val="B7B7B7"/>
                </a:solidFill>
                <a:latin typeface="DM Serif Display"/>
                <a:ea typeface="DM Serif Display"/>
                <a:cs typeface="DM Serif Display"/>
                <a:sym typeface="DM Serif Display"/>
              </a:defRPr>
            </a:lvl2pPr>
            <a:lvl3pPr lvl="2" rtl="0">
              <a:spcBef>
                <a:spcPts val="1600"/>
              </a:spcBef>
              <a:spcAft>
                <a:spcPts val="0"/>
              </a:spcAft>
              <a:buNone/>
              <a:defRPr>
                <a:solidFill>
                  <a:srgbClr val="B7B7B7"/>
                </a:solidFill>
                <a:latin typeface="DM Serif Display"/>
                <a:ea typeface="DM Serif Display"/>
                <a:cs typeface="DM Serif Display"/>
                <a:sym typeface="DM Serif Display"/>
              </a:defRPr>
            </a:lvl3pPr>
            <a:lvl4pPr lvl="3" rtl="0">
              <a:spcBef>
                <a:spcPts val="1600"/>
              </a:spcBef>
              <a:spcAft>
                <a:spcPts val="0"/>
              </a:spcAft>
              <a:buNone/>
              <a:defRPr>
                <a:solidFill>
                  <a:srgbClr val="B7B7B7"/>
                </a:solidFill>
                <a:latin typeface="DM Serif Display"/>
                <a:ea typeface="DM Serif Display"/>
                <a:cs typeface="DM Serif Display"/>
                <a:sym typeface="DM Serif Display"/>
              </a:defRPr>
            </a:lvl4pPr>
            <a:lvl5pPr lvl="4" rtl="0">
              <a:spcBef>
                <a:spcPts val="1600"/>
              </a:spcBef>
              <a:spcAft>
                <a:spcPts val="0"/>
              </a:spcAft>
              <a:buNone/>
              <a:defRPr>
                <a:solidFill>
                  <a:srgbClr val="B7B7B7"/>
                </a:solidFill>
                <a:latin typeface="DM Serif Display"/>
                <a:ea typeface="DM Serif Display"/>
                <a:cs typeface="DM Serif Display"/>
                <a:sym typeface="DM Serif Display"/>
              </a:defRPr>
            </a:lvl5pPr>
            <a:lvl6pPr lvl="5" rtl="0">
              <a:spcBef>
                <a:spcPts val="1600"/>
              </a:spcBef>
              <a:spcAft>
                <a:spcPts val="0"/>
              </a:spcAft>
              <a:buNone/>
              <a:defRPr>
                <a:solidFill>
                  <a:srgbClr val="B7B7B7"/>
                </a:solidFill>
                <a:latin typeface="DM Serif Display"/>
                <a:ea typeface="DM Serif Display"/>
                <a:cs typeface="DM Serif Display"/>
                <a:sym typeface="DM Serif Display"/>
              </a:defRPr>
            </a:lvl6pPr>
            <a:lvl7pPr lvl="6" rtl="0">
              <a:spcBef>
                <a:spcPts val="1600"/>
              </a:spcBef>
              <a:spcAft>
                <a:spcPts val="0"/>
              </a:spcAft>
              <a:buNone/>
              <a:defRPr>
                <a:solidFill>
                  <a:srgbClr val="B7B7B7"/>
                </a:solidFill>
                <a:latin typeface="DM Serif Display"/>
                <a:ea typeface="DM Serif Display"/>
                <a:cs typeface="DM Serif Display"/>
                <a:sym typeface="DM Serif Display"/>
              </a:defRPr>
            </a:lvl7pPr>
            <a:lvl8pPr lvl="7" rtl="0">
              <a:spcBef>
                <a:spcPts val="1600"/>
              </a:spcBef>
              <a:spcAft>
                <a:spcPts val="0"/>
              </a:spcAft>
              <a:buNone/>
              <a:defRPr>
                <a:solidFill>
                  <a:srgbClr val="B7B7B7"/>
                </a:solidFill>
                <a:latin typeface="DM Serif Display"/>
                <a:ea typeface="DM Serif Display"/>
                <a:cs typeface="DM Serif Display"/>
                <a:sym typeface="DM Serif Display"/>
              </a:defRPr>
            </a:lvl8pPr>
            <a:lvl9pPr lvl="8" rtl="0">
              <a:spcBef>
                <a:spcPts val="1600"/>
              </a:spcBef>
              <a:spcAft>
                <a:spcPts val="1600"/>
              </a:spcAft>
              <a:buNone/>
              <a:defRPr>
                <a:solidFill>
                  <a:srgbClr val="B7B7B7"/>
                </a:solidFill>
                <a:latin typeface="DM Serif Display"/>
                <a:ea typeface="DM Serif Display"/>
                <a:cs typeface="DM Serif Display"/>
                <a:sym typeface="DM Serif Display"/>
              </a:defRPr>
            </a:lvl9pPr>
          </a:lstStyle>
          <a:p>
            <a:endParaRPr/>
          </a:p>
        </p:txBody>
      </p:sp>
      <p:sp>
        <p:nvSpPr>
          <p:cNvPr id="49" name="Google Shape;49;p8"/>
          <p:cNvSpPr txBox="1">
            <a:spLocks noGrp="1"/>
          </p:cNvSpPr>
          <p:nvPr>
            <p:ph type="subTitle" idx="2"/>
          </p:nvPr>
        </p:nvSpPr>
        <p:spPr>
          <a:xfrm>
            <a:off x="934666" y="2571750"/>
            <a:ext cx="2877300" cy="2952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000">
                <a:solidFill>
                  <a:srgbClr val="B7B7B7"/>
                </a:solidFill>
              </a:defRPr>
            </a:lvl1pPr>
            <a:lvl2pPr lvl="1" rtl="0">
              <a:spcBef>
                <a:spcPts val="1600"/>
              </a:spcBef>
              <a:spcAft>
                <a:spcPts val="0"/>
              </a:spcAft>
              <a:buNone/>
              <a:defRPr>
                <a:solidFill>
                  <a:srgbClr val="B7B7B7"/>
                </a:solidFill>
              </a:defRPr>
            </a:lvl2pPr>
            <a:lvl3pPr lvl="2" rtl="0">
              <a:spcBef>
                <a:spcPts val="1600"/>
              </a:spcBef>
              <a:spcAft>
                <a:spcPts val="0"/>
              </a:spcAft>
              <a:buNone/>
              <a:defRPr>
                <a:solidFill>
                  <a:srgbClr val="B7B7B7"/>
                </a:solidFill>
              </a:defRPr>
            </a:lvl3pPr>
            <a:lvl4pPr lvl="3" rtl="0">
              <a:spcBef>
                <a:spcPts val="1600"/>
              </a:spcBef>
              <a:spcAft>
                <a:spcPts val="0"/>
              </a:spcAft>
              <a:buNone/>
              <a:defRPr>
                <a:solidFill>
                  <a:srgbClr val="B7B7B7"/>
                </a:solidFill>
              </a:defRPr>
            </a:lvl4pPr>
            <a:lvl5pPr lvl="4" rtl="0">
              <a:spcBef>
                <a:spcPts val="1600"/>
              </a:spcBef>
              <a:spcAft>
                <a:spcPts val="0"/>
              </a:spcAft>
              <a:buNone/>
              <a:defRPr>
                <a:solidFill>
                  <a:srgbClr val="B7B7B7"/>
                </a:solidFill>
              </a:defRPr>
            </a:lvl5pPr>
            <a:lvl6pPr lvl="5" rtl="0">
              <a:spcBef>
                <a:spcPts val="1600"/>
              </a:spcBef>
              <a:spcAft>
                <a:spcPts val="0"/>
              </a:spcAft>
              <a:buNone/>
              <a:defRPr>
                <a:solidFill>
                  <a:srgbClr val="B7B7B7"/>
                </a:solidFill>
              </a:defRPr>
            </a:lvl6pPr>
            <a:lvl7pPr lvl="6" rtl="0">
              <a:spcBef>
                <a:spcPts val="1600"/>
              </a:spcBef>
              <a:spcAft>
                <a:spcPts val="0"/>
              </a:spcAft>
              <a:buNone/>
              <a:defRPr>
                <a:solidFill>
                  <a:srgbClr val="B7B7B7"/>
                </a:solidFill>
              </a:defRPr>
            </a:lvl7pPr>
            <a:lvl8pPr lvl="7" rtl="0">
              <a:spcBef>
                <a:spcPts val="1600"/>
              </a:spcBef>
              <a:spcAft>
                <a:spcPts val="0"/>
              </a:spcAft>
              <a:buNone/>
              <a:defRPr>
                <a:solidFill>
                  <a:srgbClr val="B7B7B7"/>
                </a:solidFill>
              </a:defRPr>
            </a:lvl8pPr>
            <a:lvl9pPr lvl="8" rtl="0">
              <a:spcBef>
                <a:spcPts val="1600"/>
              </a:spcBef>
              <a:spcAft>
                <a:spcPts val="1600"/>
              </a:spcAft>
              <a:buNone/>
              <a:defRPr>
                <a:solidFill>
                  <a:srgbClr val="B7B7B7"/>
                </a:solidFill>
              </a:defRPr>
            </a:lvl9pPr>
          </a:lstStyle>
          <a:p>
            <a:endParaRPr/>
          </a:p>
        </p:txBody>
      </p:sp>
      <p:sp>
        <p:nvSpPr>
          <p:cNvPr id="50" name="Google Shape;50;p8"/>
          <p:cNvSpPr txBox="1">
            <a:spLocks noGrp="1"/>
          </p:cNvSpPr>
          <p:nvPr>
            <p:ph type="subTitle" idx="3"/>
          </p:nvPr>
        </p:nvSpPr>
        <p:spPr>
          <a:xfrm>
            <a:off x="5371290" y="2394325"/>
            <a:ext cx="2877300" cy="295200"/>
          </a:xfrm>
          <a:prstGeom prst="rect">
            <a:avLst/>
          </a:prstGeom>
        </p:spPr>
        <p:txBody>
          <a:bodyPr spcFirstLastPara="1" wrap="square" lIns="91425" tIns="91425" rIns="91425" bIns="91425" anchor="b" anchorCtr="0">
            <a:noAutofit/>
          </a:bodyPr>
          <a:lstStyle>
            <a:lvl1pPr lvl="0" rtl="0">
              <a:spcBef>
                <a:spcPts val="0"/>
              </a:spcBef>
              <a:spcAft>
                <a:spcPts val="0"/>
              </a:spcAft>
              <a:buNone/>
              <a:defRPr sz="2800">
                <a:latin typeface="DM Serif Display"/>
                <a:ea typeface="DM Serif Display"/>
                <a:cs typeface="DM Serif Display"/>
                <a:sym typeface="DM Serif Display"/>
              </a:defRPr>
            </a:lvl1pPr>
            <a:lvl2pPr lvl="1" rtl="0">
              <a:spcBef>
                <a:spcPts val="1600"/>
              </a:spcBef>
              <a:spcAft>
                <a:spcPts val="0"/>
              </a:spcAft>
              <a:buNone/>
              <a:defRPr>
                <a:latin typeface="DM Serif Display"/>
                <a:ea typeface="DM Serif Display"/>
                <a:cs typeface="DM Serif Display"/>
                <a:sym typeface="DM Serif Display"/>
              </a:defRPr>
            </a:lvl2pPr>
            <a:lvl3pPr lvl="2" rtl="0">
              <a:spcBef>
                <a:spcPts val="1600"/>
              </a:spcBef>
              <a:spcAft>
                <a:spcPts val="0"/>
              </a:spcAft>
              <a:buNone/>
              <a:defRPr>
                <a:latin typeface="DM Serif Display"/>
                <a:ea typeface="DM Serif Display"/>
                <a:cs typeface="DM Serif Display"/>
                <a:sym typeface="DM Serif Display"/>
              </a:defRPr>
            </a:lvl3pPr>
            <a:lvl4pPr lvl="3" rtl="0">
              <a:spcBef>
                <a:spcPts val="1600"/>
              </a:spcBef>
              <a:spcAft>
                <a:spcPts val="0"/>
              </a:spcAft>
              <a:buNone/>
              <a:defRPr>
                <a:latin typeface="DM Serif Display"/>
                <a:ea typeface="DM Serif Display"/>
                <a:cs typeface="DM Serif Display"/>
                <a:sym typeface="DM Serif Display"/>
              </a:defRPr>
            </a:lvl4pPr>
            <a:lvl5pPr lvl="4" rtl="0">
              <a:spcBef>
                <a:spcPts val="1600"/>
              </a:spcBef>
              <a:spcAft>
                <a:spcPts val="0"/>
              </a:spcAft>
              <a:buNone/>
              <a:defRPr>
                <a:latin typeface="DM Serif Display"/>
                <a:ea typeface="DM Serif Display"/>
                <a:cs typeface="DM Serif Display"/>
                <a:sym typeface="DM Serif Display"/>
              </a:defRPr>
            </a:lvl5pPr>
            <a:lvl6pPr lvl="5" rtl="0">
              <a:spcBef>
                <a:spcPts val="1600"/>
              </a:spcBef>
              <a:spcAft>
                <a:spcPts val="0"/>
              </a:spcAft>
              <a:buNone/>
              <a:defRPr>
                <a:latin typeface="DM Serif Display"/>
                <a:ea typeface="DM Serif Display"/>
                <a:cs typeface="DM Serif Display"/>
                <a:sym typeface="DM Serif Display"/>
              </a:defRPr>
            </a:lvl6pPr>
            <a:lvl7pPr lvl="6" rtl="0">
              <a:spcBef>
                <a:spcPts val="1600"/>
              </a:spcBef>
              <a:spcAft>
                <a:spcPts val="0"/>
              </a:spcAft>
              <a:buNone/>
              <a:defRPr>
                <a:latin typeface="DM Serif Display"/>
                <a:ea typeface="DM Serif Display"/>
                <a:cs typeface="DM Serif Display"/>
                <a:sym typeface="DM Serif Display"/>
              </a:defRPr>
            </a:lvl7pPr>
            <a:lvl8pPr lvl="7" rtl="0">
              <a:spcBef>
                <a:spcPts val="1600"/>
              </a:spcBef>
              <a:spcAft>
                <a:spcPts val="0"/>
              </a:spcAft>
              <a:buNone/>
              <a:defRPr>
                <a:latin typeface="DM Serif Display"/>
                <a:ea typeface="DM Serif Display"/>
                <a:cs typeface="DM Serif Display"/>
                <a:sym typeface="DM Serif Display"/>
              </a:defRPr>
            </a:lvl8pPr>
            <a:lvl9pPr lvl="8" rtl="0">
              <a:spcBef>
                <a:spcPts val="1600"/>
              </a:spcBef>
              <a:spcAft>
                <a:spcPts val="1600"/>
              </a:spcAft>
              <a:buNone/>
              <a:defRPr>
                <a:latin typeface="DM Serif Display"/>
                <a:ea typeface="DM Serif Display"/>
                <a:cs typeface="DM Serif Display"/>
                <a:sym typeface="DM Serif Display"/>
              </a:defRPr>
            </a:lvl9pPr>
          </a:lstStyle>
          <a:p>
            <a:endParaRPr/>
          </a:p>
        </p:txBody>
      </p:sp>
      <p:sp>
        <p:nvSpPr>
          <p:cNvPr id="51" name="Google Shape;51;p8"/>
          <p:cNvSpPr txBox="1">
            <a:spLocks noGrp="1"/>
          </p:cNvSpPr>
          <p:nvPr>
            <p:ph type="subTitle" idx="4"/>
          </p:nvPr>
        </p:nvSpPr>
        <p:spPr>
          <a:xfrm>
            <a:off x="5371290" y="2571750"/>
            <a:ext cx="2877300" cy="2952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0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Four column 1">
  <p:cSld name="CUSTOM_17">
    <p:spTree>
      <p:nvGrpSpPr>
        <p:cNvPr id="1" name="Shape 52"/>
        <p:cNvGrpSpPr/>
        <p:nvPr/>
      </p:nvGrpSpPr>
      <p:grpSpPr>
        <a:xfrm>
          <a:off x="0" y="0"/>
          <a:ext cx="0" cy="0"/>
          <a:chOff x="0" y="0"/>
          <a:chExt cx="0" cy="0"/>
        </a:xfrm>
      </p:grpSpPr>
      <p:sp>
        <p:nvSpPr>
          <p:cNvPr id="53" name="Google Shape;53;p9"/>
          <p:cNvSpPr txBox="1">
            <a:spLocks noGrp="1"/>
          </p:cNvSpPr>
          <p:nvPr>
            <p:ph type="ctrTitle"/>
          </p:nvPr>
        </p:nvSpPr>
        <p:spPr>
          <a:xfrm>
            <a:off x="4255475" y="425635"/>
            <a:ext cx="1881300" cy="644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54" name="Google Shape;54;p9"/>
          <p:cNvSpPr txBox="1">
            <a:spLocks noGrp="1"/>
          </p:cNvSpPr>
          <p:nvPr>
            <p:ph type="subTitle" idx="1"/>
          </p:nvPr>
        </p:nvSpPr>
        <p:spPr>
          <a:xfrm>
            <a:off x="4255475" y="961206"/>
            <a:ext cx="1881300" cy="111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55" name="Google Shape;55;p9"/>
          <p:cNvSpPr txBox="1">
            <a:spLocks noGrp="1"/>
          </p:cNvSpPr>
          <p:nvPr>
            <p:ph type="ctrTitle" idx="2"/>
          </p:nvPr>
        </p:nvSpPr>
        <p:spPr>
          <a:xfrm>
            <a:off x="6084275" y="1847944"/>
            <a:ext cx="1881300" cy="644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56" name="Google Shape;56;p9"/>
          <p:cNvSpPr txBox="1">
            <a:spLocks noGrp="1"/>
          </p:cNvSpPr>
          <p:nvPr>
            <p:ph type="subTitle" idx="3"/>
          </p:nvPr>
        </p:nvSpPr>
        <p:spPr>
          <a:xfrm>
            <a:off x="6084275" y="2383516"/>
            <a:ext cx="1881300" cy="111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57" name="Google Shape;57;p9"/>
          <p:cNvSpPr txBox="1">
            <a:spLocks noGrp="1"/>
          </p:cNvSpPr>
          <p:nvPr>
            <p:ph type="ctrTitle" idx="4"/>
          </p:nvPr>
        </p:nvSpPr>
        <p:spPr>
          <a:xfrm>
            <a:off x="723600" y="470625"/>
            <a:ext cx="2593200" cy="9462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58" name="Google Shape;58;p9"/>
          <p:cNvSpPr txBox="1">
            <a:spLocks noGrp="1"/>
          </p:cNvSpPr>
          <p:nvPr>
            <p:ph type="ctrTitle" idx="5"/>
          </p:nvPr>
        </p:nvSpPr>
        <p:spPr>
          <a:xfrm>
            <a:off x="1178425" y="1848588"/>
            <a:ext cx="1881300" cy="6447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800"/>
              <a:buNone/>
              <a:defRPr sz="1800"/>
            </a:lvl1pPr>
            <a:lvl2pPr lvl="1" algn="r" rtl="0">
              <a:spcBef>
                <a:spcPts val="0"/>
              </a:spcBef>
              <a:spcAft>
                <a:spcPts val="0"/>
              </a:spcAft>
              <a:buSzPts val="1800"/>
              <a:buNone/>
              <a:defRPr sz="1800"/>
            </a:lvl2pPr>
            <a:lvl3pPr lvl="2" algn="r" rtl="0">
              <a:spcBef>
                <a:spcPts val="0"/>
              </a:spcBef>
              <a:spcAft>
                <a:spcPts val="0"/>
              </a:spcAft>
              <a:buSzPts val="1800"/>
              <a:buNone/>
              <a:defRPr sz="1800"/>
            </a:lvl3pPr>
            <a:lvl4pPr lvl="3" algn="r" rtl="0">
              <a:spcBef>
                <a:spcPts val="0"/>
              </a:spcBef>
              <a:spcAft>
                <a:spcPts val="0"/>
              </a:spcAft>
              <a:buSzPts val="1800"/>
              <a:buNone/>
              <a:defRPr sz="1800"/>
            </a:lvl4pPr>
            <a:lvl5pPr lvl="4" algn="r" rtl="0">
              <a:spcBef>
                <a:spcPts val="0"/>
              </a:spcBef>
              <a:spcAft>
                <a:spcPts val="0"/>
              </a:spcAft>
              <a:buSzPts val="1800"/>
              <a:buNone/>
              <a:defRPr sz="1800"/>
            </a:lvl5pPr>
            <a:lvl6pPr lvl="5" algn="r" rtl="0">
              <a:spcBef>
                <a:spcPts val="0"/>
              </a:spcBef>
              <a:spcAft>
                <a:spcPts val="0"/>
              </a:spcAft>
              <a:buSzPts val="1800"/>
              <a:buNone/>
              <a:defRPr sz="1800"/>
            </a:lvl6pPr>
            <a:lvl7pPr lvl="6" algn="r" rtl="0">
              <a:spcBef>
                <a:spcPts val="0"/>
              </a:spcBef>
              <a:spcAft>
                <a:spcPts val="0"/>
              </a:spcAft>
              <a:buSzPts val="1800"/>
              <a:buNone/>
              <a:defRPr sz="1800"/>
            </a:lvl7pPr>
            <a:lvl8pPr lvl="7" algn="r" rtl="0">
              <a:spcBef>
                <a:spcPts val="0"/>
              </a:spcBef>
              <a:spcAft>
                <a:spcPts val="0"/>
              </a:spcAft>
              <a:buSzPts val="1800"/>
              <a:buNone/>
              <a:defRPr sz="1800"/>
            </a:lvl8pPr>
            <a:lvl9pPr lvl="8" algn="r" rtl="0">
              <a:spcBef>
                <a:spcPts val="0"/>
              </a:spcBef>
              <a:spcAft>
                <a:spcPts val="0"/>
              </a:spcAft>
              <a:buSzPts val="1800"/>
              <a:buNone/>
              <a:defRPr sz="1800"/>
            </a:lvl9pPr>
          </a:lstStyle>
          <a:p>
            <a:endParaRPr/>
          </a:p>
        </p:txBody>
      </p:sp>
      <p:sp>
        <p:nvSpPr>
          <p:cNvPr id="59" name="Google Shape;59;p9"/>
          <p:cNvSpPr txBox="1">
            <a:spLocks noGrp="1"/>
          </p:cNvSpPr>
          <p:nvPr>
            <p:ph type="subTitle" idx="6"/>
          </p:nvPr>
        </p:nvSpPr>
        <p:spPr>
          <a:xfrm>
            <a:off x="1217925" y="2384159"/>
            <a:ext cx="1881300" cy="111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60" name="Google Shape;60;p9"/>
          <p:cNvSpPr txBox="1">
            <a:spLocks noGrp="1"/>
          </p:cNvSpPr>
          <p:nvPr>
            <p:ph type="ctrTitle" idx="7"/>
          </p:nvPr>
        </p:nvSpPr>
        <p:spPr>
          <a:xfrm>
            <a:off x="3007225" y="3270898"/>
            <a:ext cx="1881300" cy="6447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800"/>
              <a:buNone/>
              <a:defRPr sz="1800"/>
            </a:lvl1pPr>
            <a:lvl2pPr lvl="1" algn="r" rtl="0">
              <a:spcBef>
                <a:spcPts val="0"/>
              </a:spcBef>
              <a:spcAft>
                <a:spcPts val="0"/>
              </a:spcAft>
              <a:buSzPts val="1800"/>
              <a:buNone/>
              <a:defRPr sz="1800"/>
            </a:lvl2pPr>
            <a:lvl3pPr lvl="2" algn="r" rtl="0">
              <a:spcBef>
                <a:spcPts val="0"/>
              </a:spcBef>
              <a:spcAft>
                <a:spcPts val="0"/>
              </a:spcAft>
              <a:buSzPts val="1800"/>
              <a:buNone/>
              <a:defRPr sz="1800"/>
            </a:lvl3pPr>
            <a:lvl4pPr lvl="3" algn="r" rtl="0">
              <a:spcBef>
                <a:spcPts val="0"/>
              </a:spcBef>
              <a:spcAft>
                <a:spcPts val="0"/>
              </a:spcAft>
              <a:buSzPts val="1800"/>
              <a:buNone/>
              <a:defRPr sz="1800"/>
            </a:lvl4pPr>
            <a:lvl5pPr lvl="4" algn="r" rtl="0">
              <a:spcBef>
                <a:spcPts val="0"/>
              </a:spcBef>
              <a:spcAft>
                <a:spcPts val="0"/>
              </a:spcAft>
              <a:buSzPts val="1800"/>
              <a:buNone/>
              <a:defRPr sz="1800"/>
            </a:lvl5pPr>
            <a:lvl6pPr lvl="5" algn="r" rtl="0">
              <a:spcBef>
                <a:spcPts val="0"/>
              </a:spcBef>
              <a:spcAft>
                <a:spcPts val="0"/>
              </a:spcAft>
              <a:buSzPts val="1800"/>
              <a:buNone/>
              <a:defRPr sz="1800"/>
            </a:lvl6pPr>
            <a:lvl7pPr lvl="6" algn="r" rtl="0">
              <a:spcBef>
                <a:spcPts val="0"/>
              </a:spcBef>
              <a:spcAft>
                <a:spcPts val="0"/>
              </a:spcAft>
              <a:buSzPts val="1800"/>
              <a:buNone/>
              <a:defRPr sz="1800"/>
            </a:lvl7pPr>
            <a:lvl8pPr lvl="7" algn="r" rtl="0">
              <a:spcBef>
                <a:spcPts val="0"/>
              </a:spcBef>
              <a:spcAft>
                <a:spcPts val="0"/>
              </a:spcAft>
              <a:buSzPts val="1800"/>
              <a:buNone/>
              <a:defRPr sz="1800"/>
            </a:lvl8pPr>
            <a:lvl9pPr lvl="8" algn="r" rtl="0">
              <a:spcBef>
                <a:spcPts val="0"/>
              </a:spcBef>
              <a:spcAft>
                <a:spcPts val="0"/>
              </a:spcAft>
              <a:buSzPts val="1800"/>
              <a:buNone/>
              <a:defRPr sz="1800"/>
            </a:lvl9pPr>
          </a:lstStyle>
          <a:p>
            <a:endParaRPr/>
          </a:p>
        </p:txBody>
      </p:sp>
      <p:sp>
        <p:nvSpPr>
          <p:cNvPr id="61" name="Google Shape;61;p9"/>
          <p:cNvSpPr txBox="1">
            <a:spLocks noGrp="1"/>
          </p:cNvSpPr>
          <p:nvPr>
            <p:ph type="subTitle" idx="8"/>
          </p:nvPr>
        </p:nvSpPr>
        <p:spPr>
          <a:xfrm>
            <a:off x="3046725" y="3806469"/>
            <a:ext cx="1881300" cy="111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62" name="Google Shape;62;p9"/>
          <p:cNvSpPr/>
          <p:nvPr/>
        </p:nvSpPr>
        <p:spPr>
          <a:xfrm>
            <a:off x="3369388" y="-83450"/>
            <a:ext cx="667500" cy="3019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9"/>
          <p:cNvSpPr/>
          <p:nvPr/>
        </p:nvSpPr>
        <p:spPr>
          <a:xfrm>
            <a:off x="5190088" y="2106525"/>
            <a:ext cx="667500" cy="3113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lums 2">
  <p:cSld name="TITLE_ONLY_3">
    <p:spTree>
      <p:nvGrpSpPr>
        <p:cNvPr id="1" name="Shape 64"/>
        <p:cNvGrpSpPr/>
        <p:nvPr/>
      </p:nvGrpSpPr>
      <p:grpSpPr>
        <a:xfrm>
          <a:off x="0" y="0"/>
          <a:ext cx="0" cy="0"/>
          <a:chOff x="0" y="0"/>
          <a:chExt cx="0" cy="0"/>
        </a:xfrm>
      </p:grpSpPr>
      <p:sp>
        <p:nvSpPr>
          <p:cNvPr id="65" name="Google Shape;65;p10"/>
          <p:cNvSpPr txBox="1">
            <a:spLocks noGrp="1"/>
          </p:cNvSpPr>
          <p:nvPr>
            <p:ph type="ctrTitle"/>
          </p:nvPr>
        </p:nvSpPr>
        <p:spPr>
          <a:xfrm>
            <a:off x="-539012" y="2132593"/>
            <a:ext cx="4567800" cy="946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66" name="Google Shape;66;p10"/>
          <p:cNvSpPr txBox="1">
            <a:spLocks noGrp="1"/>
          </p:cNvSpPr>
          <p:nvPr>
            <p:ph type="subTitle" idx="1"/>
          </p:nvPr>
        </p:nvSpPr>
        <p:spPr>
          <a:xfrm>
            <a:off x="1231588" y="3202043"/>
            <a:ext cx="2797200" cy="111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67" name="Google Shape;67;p10"/>
          <p:cNvSpPr txBox="1">
            <a:spLocks noGrp="1"/>
          </p:cNvSpPr>
          <p:nvPr>
            <p:ph type="subTitle" idx="2"/>
          </p:nvPr>
        </p:nvSpPr>
        <p:spPr>
          <a:xfrm>
            <a:off x="5115470" y="3202043"/>
            <a:ext cx="2797200" cy="111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68" name="Google Shape;68;p10"/>
          <p:cNvSpPr txBox="1">
            <a:spLocks noGrp="1"/>
          </p:cNvSpPr>
          <p:nvPr>
            <p:ph type="ctrTitle" idx="3"/>
          </p:nvPr>
        </p:nvSpPr>
        <p:spPr>
          <a:xfrm>
            <a:off x="5115470" y="2132593"/>
            <a:ext cx="4587300" cy="946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Headline design 2">
  <p:cSld name="CUSTOM_18">
    <p:spTree>
      <p:nvGrpSpPr>
        <p:cNvPr id="1" name="Shape 69"/>
        <p:cNvGrpSpPr/>
        <p:nvPr/>
      </p:nvGrpSpPr>
      <p:grpSpPr>
        <a:xfrm>
          <a:off x="0" y="0"/>
          <a:ext cx="0" cy="0"/>
          <a:chOff x="0" y="0"/>
          <a:chExt cx="0" cy="0"/>
        </a:xfrm>
      </p:grpSpPr>
      <p:sp>
        <p:nvSpPr>
          <p:cNvPr id="70" name="Google Shape;70;p11"/>
          <p:cNvSpPr/>
          <p:nvPr/>
        </p:nvSpPr>
        <p:spPr>
          <a:xfrm>
            <a:off x="2522400" y="753125"/>
            <a:ext cx="4099200" cy="3583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B7B7B7"/>
              </a:solidFill>
            </a:endParaRPr>
          </a:p>
        </p:txBody>
      </p:sp>
      <p:sp>
        <p:nvSpPr>
          <p:cNvPr id="71" name="Google Shape;71;p11"/>
          <p:cNvSpPr txBox="1">
            <a:spLocks noGrp="1"/>
          </p:cNvSpPr>
          <p:nvPr>
            <p:ph type="ctrTitle"/>
          </p:nvPr>
        </p:nvSpPr>
        <p:spPr>
          <a:xfrm flipH="1">
            <a:off x="2730125" y="2243225"/>
            <a:ext cx="2755800" cy="19212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B7B7B7"/>
              </a:buClr>
              <a:buSzPts val="3600"/>
              <a:buNone/>
              <a:defRPr sz="3600">
                <a:solidFill>
                  <a:srgbClr val="B7B7B7"/>
                </a:solidFill>
              </a:defRPr>
            </a:lvl1pPr>
            <a:lvl2pPr lvl="1" algn="r" rtl="0">
              <a:spcBef>
                <a:spcPts val="0"/>
              </a:spcBef>
              <a:spcAft>
                <a:spcPts val="0"/>
              </a:spcAft>
              <a:buClr>
                <a:srgbClr val="B7B7B7"/>
              </a:buClr>
              <a:buSzPts val="6500"/>
              <a:buNone/>
              <a:defRPr sz="6500">
                <a:solidFill>
                  <a:srgbClr val="B7B7B7"/>
                </a:solidFill>
              </a:defRPr>
            </a:lvl2pPr>
            <a:lvl3pPr lvl="2" algn="r" rtl="0">
              <a:spcBef>
                <a:spcPts val="0"/>
              </a:spcBef>
              <a:spcAft>
                <a:spcPts val="0"/>
              </a:spcAft>
              <a:buClr>
                <a:srgbClr val="B7B7B7"/>
              </a:buClr>
              <a:buSzPts val="6500"/>
              <a:buNone/>
              <a:defRPr sz="6500">
                <a:solidFill>
                  <a:srgbClr val="B7B7B7"/>
                </a:solidFill>
              </a:defRPr>
            </a:lvl3pPr>
            <a:lvl4pPr lvl="3" algn="r" rtl="0">
              <a:spcBef>
                <a:spcPts val="0"/>
              </a:spcBef>
              <a:spcAft>
                <a:spcPts val="0"/>
              </a:spcAft>
              <a:buClr>
                <a:srgbClr val="B7B7B7"/>
              </a:buClr>
              <a:buSzPts val="6500"/>
              <a:buNone/>
              <a:defRPr sz="6500">
                <a:solidFill>
                  <a:srgbClr val="B7B7B7"/>
                </a:solidFill>
              </a:defRPr>
            </a:lvl4pPr>
            <a:lvl5pPr lvl="4" algn="r" rtl="0">
              <a:spcBef>
                <a:spcPts val="0"/>
              </a:spcBef>
              <a:spcAft>
                <a:spcPts val="0"/>
              </a:spcAft>
              <a:buClr>
                <a:srgbClr val="B7B7B7"/>
              </a:buClr>
              <a:buSzPts val="6500"/>
              <a:buNone/>
              <a:defRPr sz="6500">
                <a:solidFill>
                  <a:srgbClr val="B7B7B7"/>
                </a:solidFill>
              </a:defRPr>
            </a:lvl5pPr>
            <a:lvl6pPr lvl="5" algn="r" rtl="0">
              <a:spcBef>
                <a:spcPts val="0"/>
              </a:spcBef>
              <a:spcAft>
                <a:spcPts val="0"/>
              </a:spcAft>
              <a:buClr>
                <a:srgbClr val="B7B7B7"/>
              </a:buClr>
              <a:buSzPts val="6500"/>
              <a:buNone/>
              <a:defRPr sz="6500">
                <a:solidFill>
                  <a:srgbClr val="B7B7B7"/>
                </a:solidFill>
              </a:defRPr>
            </a:lvl6pPr>
            <a:lvl7pPr lvl="6" algn="r" rtl="0">
              <a:spcBef>
                <a:spcPts val="0"/>
              </a:spcBef>
              <a:spcAft>
                <a:spcPts val="0"/>
              </a:spcAft>
              <a:buClr>
                <a:srgbClr val="B7B7B7"/>
              </a:buClr>
              <a:buSzPts val="6500"/>
              <a:buNone/>
              <a:defRPr sz="6500">
                <a:solidFill>
                  <a:srgbClr val="B7B7B7"/>
                </a:solidFill>
              </a:defRPr>
            </a:lvl7pPr>
            <a:lvl8pPr lvl="7" algn="r" rtl="0">
              <a:spcBef>
                <a:spcPts val="0"/>
              </a:spcBef>
              <a:spcAft>
                <a:spcPts val="0"/>
              </a:spcAft>
              <a:buClr>
                <a:srgbClr val="B7B7B7"/>
              </a:buClr>
              <a:buSzPts val="6500"/>
              <a:buNone/>
              <a:defRPr sz="6500">
                <a:solidFill>
                  <a:srgbClr val="B7B7B7"/>
                </a:solidFill>
              </a:defRPr>
            </a:lvl8pPr>
            <a:lvl9pPr lvl="8" algn="r" rtl="0">
              <a:spcBef>
                <a:spcPts val="0"/>
              </a:spcBef>
              <a:spcAft>
                <a:spcPts val="0"/>
              </a:spcAft>
              <a:buClr>
                <a:srgbClr val="B7B7B7"/>
              </a:buClr>
              <a:buSzPts val="6500"/>
              <a:buNone/>
              <a:defRPr sz="6500">
                <a:solidFill>
                  <a:srgbClr val="B7B7B7"/>
                </a:solidFill>
              </a:defRPr>
            </a:lvl9pPr>
          </a:lstStyle>
          <a:p>
            <a:endParaRPr/>
          </a:p>
        </p:txBody>
      </p:sp>
      <p:sp>
        <p:nvSpPr>
          <p:cNvPr id="72" name="Google Shape;72;p11"/>
          <p:cNvSpPr txBox="1">
            <a:spLocks noGrp="1"/>
          </p:cNvSpPr>
          <p:nvPr>
            <p:ph type="title" idx="2" hasCustomPrompt="1"/>
          </p:nvPr>
        </p:nvSpPr>
        <p:spPr>
          <a:xfrm flipH="1">
            <a:off x="3514050" y="2419325"/>
            <a:ext cx="4488300" cy="16224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B7B7B7"/>
              </a:buClr>
              <a:buSzPts val="16000"/>
              <a:buNone/>
              <a:defRPr sz="16000">
                <a:solidFill>
                  <a:srgbClr val="B7B7B7"/>
                </a:solidFill>
              </a:defRPr>
            </a:lvl1pPr>
            <a:lvl2pPr lvl="1" rtl="0">
              <a:spcBef>
                <a:spcPts val="0"/>
              </a:spcBef>
              <a:spcAft>
                <a:spcPts val="0"/>
              </a:spcAft>
              <a:buClr>
                <a:srgbClr val="B7B7B7"/>
              </a:buClr>
              <a:buSzPts val="14000"/>
              <a:buFont typeface="Fira Sans Extra Condensed Medium"/>
              <a:buNone/>
              <a:defRPr sz="14000">
                <a:solidFill>
                  <a:srgbClr val="B7B7B7"/>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B7B7B7"/>
              </a:buClr>
              <a:buSzPts val="14000"/>
              <a:buFont typeface="Fira Sans Extra Condensed Medium"/>
              <a:buNone/>
              <a:defRPr sz="14000">
                <a:solidFill>
                  <a:srgbClr val="B7B7B7"/>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B7B7B7"/>
              </a:buClr>
              <a:buSzPts val="14000"/>
              <a:buFont typeface="Fira Sans Extra Condensed Medium"/>
              <a:buNone/>
              <a:defRPr sz="14000">
                <a:solidFill>
                  <a:srgbClr val="B7B7B7"/>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B7B7B7"/>
              </a:buClr>
              <a:buSzPts val="14000"/>
              <a:buFont typeface="Fira Sans Extra Condensed Medium"/>
              <a:buNone/>
              <a:defRPr sz="14000">
                <a:solidFill>
                  <a:srgbClr val="B7B7B7"/>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B7B7B7"/>
              </a:buClr>
              <a:buSzPts val="14000"/>
              <a:buFont typeface="Fira Sans Extra Condensed Medium"/>
              <a:buNone/>
              <a:defRPr sz="14000">
                <a:solidFill>
                  <a:srgbClr val="B7B7B7"/>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B7B7B7"/>
              </a:buClr>
              <a:buSzPts val="14000"/>
              <a:buFont typeface="Fira Sans Extra Condensed Medium"/>
              <a:buNone/>
              <a:defRPr sz="14000">
                <a:solidFill>
                  <a:srgbClr val="B7B7B7"/>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B7B7B7"/>
              </a:buClr>
              <a:buSzPts val="14000"/>
              <a:buFont typeface="Fira Sans Extra Condensed Medium"/>
              <a:buNone/>
              <a:defRPr sz="14000">
                <a:solidFill>
                  <a:srgbClr val="B7B7B7"/>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B7B7B7"/>
              </a:buClr>
              <a:buSzPts val="14000"/>
              <a:buFont typeface="Fira Sans Extra Condensed Medium"/>
              <a:buNone/>
              <a:defRPr sz="14000">
                <a:solidFill>
                  <a:srgbClr val="B7B7B7"/>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 design">
  <p:cSld name="CUSTOM_6_1_1">
    <p:spTree>
      <p:nvGrpSpPr>
        <p:cNvPr id="1" name="Shape 73"/>
        <p:cNvGrpSpPr/>
        <p:nvPr/>
      </p:nvGrpSpPr>
      <p:grpSpPr>
        <a:xfrm>
          <a:off x="0" y="0"/>
          <a:ext cx="0" cy="0"/>
          <a:chOff x="0" y="0"/>
          <a:chExt cx="0" cy="0"/>
        </a:xfrm>
      </p:grpSpPr>
      <p:sp>
        <p:nvSpPr>
          <p:cNvPr id="74" name="Google Shape;74;p12"/>
          <p:cNvSpPr txBox="1">
            <a:spLocks noGrp="1"/>
          </p:cNvSpPr>
          <p:nvPr>
            <p:ph type="ctrTitle"/>
          </p:nvPr>
        </p:nvSpPr>
        <p:spPr>
          <a:xfrm>
            <a:off x="723600" y="470625"/>
            <a:ext cx="1497600" cy="9462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Headline design 3">
  <p:cSld name="CUSTOM_20">
    <p:spTree>
      <p:nvGrpSpPr>
        <p:cNvPr id="1" name="Shape 75"/>
        <p:cNvGrpSpPr/>
        <p:nvPr/>
      </p:nvGrpSpPr>
      <p:grpSpPr>
        <a:xfrm>
          <a:off x="0" y="0"/>
          <a:ext cx="0" cy="0"/>
          <a:chOff x="0" y="0"/>
          <a:chExt cx="0" cy="0"/>
        </a:xfrm>
      </p:grpSpPr>
      <p:sp>
        <p:nvSpPr>
          <p:cNvPr id="76" name="Google Shape;76;p13"/>
          <p:cNvSpPr txBox="1">
            <a:spLocks noGrp="1"/>
          </p:cNvSpPr>
          <p:nvPr>
            <p:ph type="ctrTitle"/>
          </p:nvPr>
        </p:nvSpPr>
        <p:spPr>
          <a:xfrm flipH="1">
            <a:off x="4101725" y="2243225"/>
            <a:ext cx="2755800" cy="19212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CCCCCC"/>
              </a:buClr>
              <a:buSzPts val="3600"/>
              <a:buNone/>
              <a:defRPr sz="3600">
                <a:solidFill>
                  <a:srgbClr val="CCCCCC"/>
                </a:solidFill>
              </a:defRPr>
            </a:lvl1pPr>
            <a:lvl2pPr lvl="1" rtl="0">
              <a:spcBef>
                <a:spcPts val="0"/>
              </a:spcBef>
              <a:spcAft>
                <a:spcPts val="0"/>
              </a:spcAft>
              <a:buClr>
                <a:srgbClr val="CCCCCC"/>
              </a:buClr>
              <a:buSzPts val="6500"/>
              <a:buNone/>
              <a:defRPr sz="6500">
                <a:solidFill>
                  <a:srgbClr val="CCCCCC"/>
                </a:solidFill>
              </a:defRPr>
            </a:lvl2pPr>
            <a:lvl3pPr lvl="2" rtl="0">
              <a:spcBef>
                <a:spcPts val="0"/>
              </a:spcBef>
              <a:spcAft>
                <a:spcPts val="0"/>
              </a:spcAft>
              <a:buClr>
                <a:srgbClr val="CCCCCC"/>
              </a:buClr>
              <a:buSzPts val="6500"/>
              <a:buNone/>
              <a:defRPr sz="6500">
                <a:solidFill>
                  <a:srgbClr val="CCCCCC"/>
                </a:solidFill>
              </a:defRPr>
            </a:lvl3pPr>
            <a:lvl4pPr lvl="3" rtl="0">
              <a:spcBef>
                <a:spcPts val="0"/>
              </a:spcBef>
              <a:spcAft>
                <a:spcPts val="0"/>
              </a:spcAft>
              <a:buClr>
                <a:srgbClr val="CCCCCC"/>
              </a:buClr>
              <a:buSzPts val="6500"/>
              <a:buNone/>
              <a:defRPr sz="6500">
                <a:solidFill>
                  <a:srgbClr val="CCCCCC"/>
                </a:solidFill>
              </a:defRPr>
            </a:lvl4pPr>
            <a:lvl5pPr lvl="4" rtl="0">
              <a:spcBef>
                <a:spcPts val="0"/>
              </a:spcBef>
              <a:spcAft>
                <a:spcPts val="0"/>
              </a:spcAft>
              <a:buClr>
                <a:srgbClr val="CCCCCC"/>
              </a:buClr>
              <a:buSzPts val="6500"/>
              <a:buNone/>
              <a:defRPr sz="6500">
                <a:solidFill>
                  <a:srgbClr val="CCCCCC"/>
                </a:solidFill>
              </a:defRPr>
            </a:lvl5pPr>
            <a:lvl6pPr lvl="5" rtl="0">
              <a:spcBef>
                <a:spcPts val="0"/>
              </a:spcBef>
              <a:spcAft>
                <a:spcPts val="0"/>
              </a:spcAft>
              <a:buClr>
                <a:srgbClr val="CCCCCC"/>
              </a:buClr>
              <a:buSzPts val="6500"/>
              <a:buNone/>
              <a:defRPr sz="6500">
                <a:solidFill>
                  <a:srgbClr val="CCCCCC"/>
                </a:solidFill>
              </a:defRPr>
            </a:lvl6pPr>
            <a:lvl7pPr lvl="6" rtl="0">
              <a:spcBef>
                <a:spcPts val="0"/>
              </a:spcBef>
              <a:spcAft>
                <a:spcPts val="0"/>
              </a:spcAft>
              <a:buClr>
                <a:srgbClr val="CCCCCC"/>
              </a:buClr>
              <a:buSzPts val="6500"/>
              <a:buNone/>
              <a:defRPr sz="6500">
                <a:solidFill>
                  <a:srgbClr val="CCCCCC"/>
                </a:solidFill>
              </a:defRPr>
            </a:lvl7pPr>
            <a:lvl8pPr lvl="7" rtl="0">
              <a:spcBef>
                <a:spcPts val="0"/>
              </a:spcBef>
              <a:spcAft>
                <a:spcPts val="0"/>
              </a:spcAft>
              <a:buClr>
                <a:srgbClr val="CCCCCC"/>
              </a:buClr>
              <a:buSzPts val="6500"/>
              <a:buNone/>
              <a:defRPr sz="6500">
                <a:solidFill>
                  <a:srgbClr val="CCCCCC"/>
                </a:solidFill>
              </a:defRPr>
            </a:lvl8pPr>
            <a:lvl9pPr lvl="8" rtl="0">
              <a:spcBef>
                <a:spcPts val="0"/>
              </a:spcBef>
              <a:spcAft>
                <a:spcPts val="0"/>
              </a:spcAft>
              <a:buClr>
                <a:srgbClr val="CCCCCC"/>
              </a:buClr>
              <a:buSzPts val="6500"/>
              <a:buNone/>
              <a:defRPr sz="6500">
                <a:solidFill>
                  <a:srgbClr val="CCCCCC"/>
                </a:solidFill>
              </a:defRPr>
            </a:lvl9pPr>
          </a:lstStyle>
          <a:p>
            <a:endParaRPr/>
          </a:p>
        </p:txBody>
      </p:sp>
      <p:sp>
        <p:nvSpPr>
          <p:cNvPr id="77" name="Google Shape;77;p13"/>
          <p:cNvSpPr txBox="1">
            <a:spLocks noGrp="1"/>
          </p:cNvSpPr>
          <p:nvPr>
            <p:ph type="title" idx="2" hasCustomPrompt="1"/>
          </p:nvPr>
        </p:nvSpPr>
        <p:spPr>
          <a:xfrm flipH="1">
            <a:off x="-517450" y="2419325"/>
            <a:ext cx="4488300" cy="16224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CCCCCC"/>
              </a:buClr>
              <a:buSzPts val="16000"/>
              <a:buNone/>
              <a:defRPr sz="16000">
                <a:solidFill>
                  <a:srgbClr val="CCCCCC"/>
                </a:solidFill>
              </a:defRPr>
            </a:lvl1pPr>
            <a:lvl2pPr lvl="1"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9pPr>
          </a:lstStyle>
          <a:p>
            <a:r>
              <a:t>xx%</a:t>
            </a:r>
          </a:p>
        </p:txBody>
      </p:sp>
      <p:sp>
        <p:nvSpPr>
          <p:cNvPr id="78" name="Google Shape;78;p13"/>
          <p:cNvSpPr/>
          <p:nvPr/>
        </p:nvSpPr>
        <p:spPr>
          <a:xfrm>
            <a:off x="2609300" y="753125"/>
            <a:ext cx="4099200" cy="3583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CCCCC"/>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our columns 2">
  <p:cSld name="CUSTOM_6_1_1_1">
    <p:spTree>
      <p:nvGrpSpPr>
        <p:cNvPr id="1" name="Shape 79"/>
        <p:cNvGrpSpPr/>
        <p:nvPr/>
      </p:nvGrpSpPr>
      <p:grpSpPr>
        <a:xfrm>
          <a:off x="0" y="0"/>
          <a:ext cx="0" cy="0"/>
          <a:chOff x="0" y="0"/>
          <a:chExt cx="0" cy="0"/>
        </a:xfrm>
      </p:grpSpPr>
      <p:sp>
        <p:nvSpPr>
          <p:cNvPr id="80" name="Google Shape;80;p14"/>
          <p:cNvSpPr txBox="1">
            <a:spLocks noGrp="1"/>
          </p:cNvSpPr>
          <p:nvPr>
            <p:ph type="ctrTitle"/>
          </p:nvPr>
        </p:nvSpPr>
        <p:spPr>
          <a:xfrm>
            <a:off x="2120944" y="1395950"/>
            <a:ext cx="24294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600"/>
              <a:buNone/>
              <a:defRPr sz="1600"/>
            </a:lvl1pPr>
            <a:lvl2pPr lvl="1" rtl="0">
              <a:spcBef>
                <a:spcPts val="0"/>
              </a:spcBef>
              <a:spcAft>
                <a:spcPts val="0"/>
              </a:spcAft>
              <a:buClr>
                <a:srgbClr val="000000"/>
              </a:buClr>
              <a:buSzPts val="1600"/>
              <a:buNone/>
              <a:defRPr sz="1600">
                <a:solidFill>
                  <a:srgbClr val="000000"/>
                </a:solidFill>
              </a:defRPr>
            </a:lvl2pPr>
            <a:lvl3pPr lvl="2" rtl="0">
              <a:spcBef>
                <a:spcPts val="0"/>
              </a:spcBef>
              <a:spcAft>
                <a:spcPts val="0"/>
              </a:spcAft>
              <a:buClr>
                <a:srgbClr val="000000"/>
              </a:buClr>
              <a:buSzPts val="1600"/>
              <a:buNone/>
              <a:defRPr sz="1600">
                <a:solidFill>
                  <a:srgbClr val="000000"/>
                </a:solidFill>
              </a:defRPr>
            </a:lvl3pPr>
            <a:lvl4pPr lvl="3" rtl="0">
              <a:spcBef>
                <a:spcPts val="0"/>
              </a:spcBef>
              <a:spcAft>
                <a:spcPts val="0"/>
              </a:spcAft>
              <a:buClr>
                <a:srgbClr val="000000"/>
              </a:buClr>
              <a:buSzPts val="1600"/>
              <a:buNone/>
              <a:defRPr sz="1600">
                <a:solidFill>
                  <a:srgbClr val="000000"/>
                </a:solidFill>
              </a:defRPr>
            </a:lvl4pPr>
            <a:lvl5pPr lvl="4" rtl="0">
              <a:spcBef>
                <a:spcPts val="0"/>
              </a:spcBef>
              <a:spcAft>
                <a:spcPts val="0"/>
              </a:spcAft>
              <a:buClr>
                <a:srgbClr val="000000"/>
              </a:buClr>
              <a:buSzPts val="1600"/>
              <a:buNone/>
              <a:defRPr sz="1600">
                <a:solidFill>
                  <a:srgbClr val="000000"/>
                </a:solidFill>
              </a:defRPr>
            </a:lvl5pPr>
            <a:lvl6pPr lvl="5" rtl="0">
              <a:spcBef>
                <a:spcPts val="0"/>
              </a:spcBef>
              <a:spcAft>
                <a:spcPts val="0"/>
              </a:spcAft>
              <a:buClr>
                <a:srgbClr val="000000"/>
              </a:buClr>
              <a:buSzPts val="1600"/>
              <a:buNone/>
              <a:defRPr sz="1600">
                <a:solidFill>
                  <a:srgbClr val="000000"/>
                </a:solidFill>
              </a:defRPr>
            </a:lvl6pPr>
            <a:lvl7pPr lvl="6" rtl="0">
              <a:spcBef>
                <a:spcPts val="0"/>
              </a:spcBef>
              <a:spcAft>
                <a:spcPts val="0"/>
              </a:spcAft>
              <a:buClr>
                <a:srgbClr val="000000"/>
              </a:buClr>
              <a:buSzPts val="1600"/>
              <a:buNone/>
              <a:defRPr sz="1600">
                <a:solidFill>
                  <a:srgbClr val="000000"/>
                </a:solidFill>
              </a:defRPr>
            </a:lvl7pPr>
            <a:lvl8pPr lvl="7" rtl="0">
              <a:spcBef>
                <a:spcPts val="0"/>
              </a:spcBef>
              <a:spcAft>
                <a:spcPts val="0"/>
              </a:spcAft>
              <a:buClr>
                <a:srgbClr val="000000"/>
              </a:buClr>
              <a:buSzPts val="1600"/>
              <a:buNone/>
              <a:defRPr sz="1600">
                <a:solidFill>
                  <a:srgbClr val="000000"/>
                </a:solidFill>
              </a:defRPr>
            </a:lvl8pPr>
            <a:lvl9pPr lvl="8" rtl="0">
              <a:spcBef>
                <a:spcPts val="0"/>
              </a:spcBef>
              <a:spcAft>
                <a:spcPts val="0"/>
              </a:spcAft>
              <a:buClr>
                <a:srgbClr val="000000"/>
              </a:buClr>
              <a:buSzPts val="1600"/>
              <a:buNone/>
              <a:defRPr sz="1600">
                <a:solidFill>
                  <a:srgbClr val="000000"/>
                </a:solidFill>
              </a:defRPr>
            </a:lvl9pPr>
          </a:lstStyle>
          <a:p>
            <a:endParaRPr/>
          </a:p>
        </p:txBody>
      </p:sp>
      <p:sp>
        <p:nvSpPr>
          <p:cNvPr id="81" name="Google Shape;81;p14"/>
          <p:cNvSpPr txBox="1">
            <a:spLocks noGrp="1"/>
          </p:cNvSpPr>
          <p:nvPr>
            <p:ph type="subTitle" idx="1"/>
          </p:nvPr>
        </p:nvSpPr>
        <p:spPr>
          <a:xfrm>
            <a:off x="2120944" y="1857424"/>
            <a:ext cx="1826400" cy="36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82" name="Google Shape;82;p14"/>
          <p:cNvSpPr txBox="1">
            <a:spLocks noGrp="1"/>
          </p:cNvSpPr>
          <p:nvPr>
            <p:ph type="ctrTitle" idx="2"/>
          </p:nvPr>
        </p:nvSpPr>
        <p:spPr>
          <a:xfrm>
            <a:off x="4593656" y="1392550"/>
            <a:ext cx="24294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600"/>
              <a:buNone/>
              <a:defRPr sz="1600"/>
            </a:lvl1pPr>
            <a:lvl2pPr lvl="1" algn="r" rtl="0">
              <a:spcBef>
                <a:spcPts val="0"/>
              </a:spcBef>
              <a:spcAft>
                <a:spcPts val="0"/>
              </a:spcAft>
              <a:buClr>
                <a:srgbClr val="000000"/>
              </a:buClr>
              <a:buSzPts val="1600"/>
              <a:buNone/>
              <a:defRPr sz="1600">
                <a:solidFill>
                  <a:srgbClr val="000000"/>
                </a:solidFill>
              </a:defRPr>
            </a:lvl2pPr>
            <a:lvl3pPr lvl="2" algn="r" rtl="0">
              <a:spcBef>
                <a:spcPts val="0"/>
              </a:spcBef>
              <a:spcAft>
                <a:spcPts val="0"/>
              </a:spcAft>
              <a:buClr>
                <a:srgbClr val="000000"/>
              </a:buClr>
              <a:buSzPts val="1600"/>
              <a:buNone/>
              <a:defRPr sz="1600">
                <a:solidFill>
                  <a:srgbClr val="000000"/>
                </a:solidFill>
              </a:defRPr>
            </a:lvl3pPr>
            <a:lvl4pPr lvl="3" algn="r" rtl="0">
              <a:spcBef>
                <a:spcPts val="0"/>
              </a:spcBef>
              <a:spcAft>
                <a:spcPts val="0"/>
              </a:spcAft>
              <a:buClr>
                <a:srgbClr val="000000"/>
              </a:buClr>
              <a:buSzPts val="1600"/>
              <a:buNone/>
              <a:defRPr sz="1600">
                <a:solidFill>
                  <a:srgbClr val="000000"/>
                </a:solidFill>
              </a:defRPr>
            </a:lvl4pPr>
            <a:lvl5pPr lvl="4" algn="r" rtl="0">
              <a:spcBef>
                <a:spcPts val="0"/>
              </a:spcBef>
              <a:spcAft>
                <a:spcPts val="0"/>
              </a:spcAft>
              <a:buClr>
                <a:srgbClr val="000000"/>
              </a:buClr>
              <a:buSzPts val="1600"/>
              <a:buNone/>
              <a:defRPr sz="1600">
                <a:solidFill>
                  <a:srgbClr val="000000"/>
                </a:solidFill>
              </a:defRPr>
            </a:lvl5pPr>
            <a:lvl6pPr lvl="5" algn="r" rtl="0">
              <a:spcBef>
                <a:spcPts val="0"/>
              </a:spcBef>
              <a:spcAft>
                <a:spcPts val="0"/>
              </a:spcAft>
              <a:buClr>
                <a:srgbClr val="000000"/>
              </a:buClr>
              <a:buSzPts val="1600"/>
              <a:buNone/>
              <a:defRPr sz="1600">
                <a:solidFill>
                  <a:srgbClr val="000000"/>
                </a:solidFill>
              </a:defRPr>
            </a:lvl6pPr>
            <a:lvl7pPr lvl="6" algn="r" rtl="0">
              <a:spcBef>
                <a:spcPts val="0"/>
              </a:spcBef>
              <a:spcAft>
                <a:spcPts val="0"/>
              </a:spcAft>
              <a:buClr>
                <a:srgbClr val="000000"/>
              </a:buClr>
              <a:buSzPts val="1600"/>
              <a:buNone/>
              <a:defRPr sz="1600">
                <a:solidFill>
                  <a:srgbClr val="000000"/>
                </a:solidFill>
              </a:defRPr>
            </a:lvl7pPr>
            <a:lvl8pPr lvl="7" algn="r" rtl="0">
              <a:spcBef>
                <a:spcPts val="0"/>
              </a:spcBef>
              <a:spcAft>
                <a:spcPts val="0"/>
              </a:spcAft>
              <a:buClr>
                <a:srgbClr val="000000"/>
              </a:buClr>
              <a:buSzPts val="1600"/>
              <a:buNone/>
              <a:defRPr sz="1600">
                <a:solidFill>
                  <a:srgbClr val="000000"/>
                </a:solidFill>
              </a:defRPr>
            </a:lvl8pPr>
            <a:lvl9pPr lvl="8" algn="r" rtl="0">
              <a:spcBef>
                <a:spcPts val="0"/>
              </a:spcBef>
              <a:spcAft>
                <a:spcPts val="0"/>
              </a:spcAft>
              <a:buClr>
                <a:srgbClr val="000000"/>
              </a:buClr>
              <a:buSzPts val="1600"/>
              <a:buNone/>
              <a:defRPr sz="1600">
                <a:solidFill>
                  <a:srgbClr val="000000"/>
                </a:solidFill>
              </a:defRPr>
            </a:lvl9pPr>
          </a:lstStyle>
          <a:p>
            <a:endParaRPr/>
          </a:p>
        </p:txBody>
      </p:sp>
      <p:sp>
        <p:nvSpPr>
          <p:cNvPr id="83" name="Google Shape;83;p14"/>
          <p:cNvSpPr txBox="1">
            <a:spLocks noGrp="1"/>
          </p:cNvSpPr>
          <p:nvPr>
            <p:ph type="subTitle" idx="3"/>
          </p:nvPr>
        </p:nvSpPr>
        <p:spPr>
          <a:xfrm>
            <a:off x="5196656" y="1854021"/>
            <a:ext cx="1826400" cy="367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84" name="Google Shape;84;p14"/>
          <p:cNvSpPr txBox="1">
            <a:spLocks noGrp="1"/>
          </p:cNvSpPr>
          <p:nvPr>
            <p:ph type="ctrTitle" idx="4"/>
          </p:nvPr>
        </p:nvSpPr>
        <p:spPr>
          <a:xfrm>
            <a:off x="2120944" y="2921676"/>
            <a:ext cx="24294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600"/>
              <a:buNone/>
              <a:defRPr sz="1600"/>
            </a:lvl1pPr>
            <a:lvl2pPr lvl="1" rtl="0">
              <a:spcBef>
                <a:spcPts val="0"/>
              </a:spcBef>
              <a:spcAft>
                <a:spcPts val="0"/>
              </a:spcAft>
              <a:buClr>
                <a:srgbClr val="000000"/>
              </a:buClr>
              <a:buSzPts val="1600"/>
              <a:buNone/>
              <a:defRPr sz="1600">
                <a:solidFill>
                  <a:srgbClr val="000000"/>
                </a:solidFill>
              </a:defRPr>
            </a:lvl2pPr>
            <a:lvl3pPr lvl="2" rtl="0">
              <a:spcBef>
                <a:spcPts val="0"/>
              </a:spcBef>
              <a:spcAft>
                <a:spcPts val="0"/>
              </a:spcAft>
              <a:buClr>
                <a:srgbClr val="000000"/>
              </a:buClr>
              <a:buSzPts val="1600"/>
              <a:buNone/>
              <a:defRPr sz="1600">
                <a:solidFill>
                  <a:srgbClr val="000000"/>
                </a:solidFill>
              </a:defRPr>
            </a:lvl3pPr>
            <a:lvl4pPr lvl="3" rtl="0">
              <a:spcBef>
                <a:spcPts val="0"/>
              </a:spcBef>
              <a:spcAft>
                <a:spcPts val="0"/>
              </a:spcAft>
              <a:buClr>
                <a:srgbClr val="000000"/>
              </a:buClr>
              <a:buSzPts val="1600"/>
              <a:buNone/>
              <a:defRPr sz="1600">
                <a:solidFill>
                  <a:srgbClr val="000000"/>
                </a:solidFill>
              </a:defRPr>
            </a:lvl4pPr>
            <a:lvl5pPr lvl="4" rtl="0">
              <a:spcBef>
                <a:spcPts val="0"/>
              </a:spcBef>
              <a:spcAft>
                <a:spcPts val="0"/>
              </a:spcAft>
              <a:buClr>
                <a:srgbClr val="000000"/>
              </a:buClr>
              <a:buSzPts val="1600"/>
              <a:buNone/>
              <a:defRPr sz="1600">
                <a:solidFill>
                  <a:srgbClr val="000000"/>
                </a:solidFill>
              </a:defRPr>
            </a:lvl5pPr>
            <a:lvl6pPr lvl="5" rtl="0">
              <a:spcBef>
                <a:spcPts val="0"/>
              </a:spcBef>
              <a:spcAft>
                <a:spcPts val="0"/>
              </a:spcAft>
              <a:buClr>
                <a:srgbClr val="000000"/>
              </a:buClr>
              <a:buSzPts val="1600"/>
              <a:buNone/>
              <a:defRPr sz="1600">
                <a:solidFill>
                  <a:srgbClr val="000000"/>
                </a:solidFill>
              </a:defRPr>
            </a:lvl6pPr>
            <a:lvl7pPr lvl="6" rtl="0">
              <a:spcBef>
                <a:spcPts val="0"/>
              </a:spcBef>
              <a:spcAft>
                <a:spcPts val="0"/>
              </a:spcAft>
              <a:buClr>
                <a:srgbClr val="000000"/>
              </a:buClr>
              <a:buSzPts val="1600"/>
              <a:buNone/>
              <a:defRPr sz="1600">
                <a:solidFill>
                  <a:srgbClr val="000000"/>
                </a:solidFill>
              </a:defRPr>
            </a:lvl7pPr>
            <a:lvl8pPr lvl="7" rtl="0">
              <a:spcBef>
                <a:spcPts val="0"/>
              </a:spcBef>
              <a:spcAft>
                <a:spcPts val="0"/>
              </a:spcAft>
              <a:buClr>
                <a:srgbClr val="000000"/>
              </a:buClr>
              <a:buSzPts val="1600"/>
              <a:buNone/>
              <a:defRPr sz="1600">
                <a:solidFill>
                  <a:srgbClr val="000000"/>
                </a:solidFill>
              </a:defRPr>
            </a:lvl8pPr>
            <a:lvl9pPr lvl="8" rtl="0">
              <a:spcBef>
                <a:spcPts val="0"/>
              </a:spcBef>
              <a:spcAft>
                <a:spcPts val="0"/>
              </a:spcAft>
              <a:buClr>
                <a:srgbClr val="000000"/>
              </a:buClr>
              <a:buSzPts val="1600"/>
              <a:buNone/>
              <a:defRPr sz="1600">
                <a:solidFill>
                  <a:srgbClr val="000000"/>
                </a:solidFill>
              </a:defRPr>
            </a:lvl9pPr>
          </a:lstStyle>
          <a:p>
            <a:endParaRPr/>
          </a:p>
        </p:txBody>
      </p:sp>
      <p:sp>
        <p:nvSpPr>
          <p:cNvPr id="85" name="Google Shape;85;p14"/>
          <p:cNvSpPr txBox="1">
            <a:spLocks noGrp="1"/>
          </p:cNvSpPr>
          <p:nvPr>
            <p:ph type="subTitle" idx="5"/>
          </p:nvPr>
        </p:nvSpPr>
        <p:spPr>
          <a:xfrm>
            <a:off x="2120944" y="3383150"/>
            <a:ext cx="1826400" cy="36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86" name="Google Shape;86;p14"/>
          <p:cNvSpPr txBox="1">
            <a:spLocks noGrp="1"/>
          </p:cNvSpPr>
          <p:nvPr>
            <p:ph type="ctrTitle" idx="6"/>
          </p:nvPr>
        </p:nvSpPr>
        <p:spPr>
          <a:xfrm>
            <a:off x="4593656" y="2918279"/>
            <a:ext cx="24294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600"/>
              <a:buNone/>
              <a:defRPr sz="1600"/>
            </a:lvl1pPr>
            <a:lvl2pPr lvl="1" algn="r" rtl="0">
              <a:spcBef>
                <a:spcPts val="0"/>
              </a:spcBef>
              <a:spcAft>
                <a:spcPts val="0"/>
              </a:spcAft>
              <a:buClr>
                <a:srgbClr val="000000"/>
              </a:buClr>
              <a:buSzPts val="1600"/>
              <a:buNone/>
              <a:defRPr sz="1600">
                <a:solidFill>
                  <a:srgbClr val="000000"/>
                </a:solidFill>
              </a:defRPr>
            </a:lvl2pPr>
            <a:lvl3pPr lvl="2" algn="r" rtl="0">
              <a:spcBef>
                <a:spcPts val="0"/>
              </a:spcBef>
              <a:spcAft>
                <a:spcPts val="0"/>
              </a:spcAft>
              <a:buClr>
                <a:srgbClr val="000000"/>
              </a:buClr>
              <a:buSzPts val="1600"/>
              <a:buNone/>
              <a:defRPr sz="1600">
                <a:solidFill>
                  <a:srgbClr val="000000"/>
                </a:solidFill>
              </a:defRPr>
            </a:lvl3pPr>
            <a:lvl4pPr lvl="3" algn="r" rtl="0">
              <a:spcBef>
                <a:spcPts val="0"/>
              </a:spcBef>
              <a:spcAft>
                <a:spcPts val="0"/>
              </a:spcAft>
              <a:buClr>
                <a:srgbClr val="000000"/>
              </a:buClr>
              <a:buSzPts val="1600"/>
              <a:buNone/>
              <a:defRPr sz="1600">
                <a:solidFill>
                  <a:srgbClr val="000000"/>
                </a:solidFill>
              </a:defRPr>
            </a:lvl4pPr>
            <a:lvl5pPr lvl="4" algn="r" rtl="0">
              <a:spcBef>
                <a:spcPts val="0"/>
              </a:spcBef>
              <a:spcAft>
                <a:spcPts val="0"/>
              </a:spcAft>
              <a:buClr>
                <a:srgbClr val="000000"/>
              </a:buClr>
              <a:buSzPts val="1600"/>
              <a:buNone/>
              <a:defRPr sz="1600">
                <a:solidFill>
                  <a:srgbClr val="000000"/>
                </a:solidFill>
              </a:defRPr>
            </a:lvl5pPr>
            <a:lvl6pPr lvl="5" algn="r" rtl="0">
              <a:spcBef>
                <a:spcPts val="0"/>
              </a:spcBef>
              <a:spcAft>
                <a:spcPts val="0"/>
              </a:spcAft>
              <a:buClr>
                <a:srgbClr val="000000"/>
              </a:buClr>
              <a:buSzPts val="1600"/>
              <a:buNone/>
              <a:defRPr sz="1600">
                <a:solidFill>
                  <a:srgbClr val="000000"/>
                </a:solidFill>
              </a:defRPr>
            </a:lvl6pPr>
            <a:lvl7pPr lvl="6" algn="r" rtl="0">
              <a:spcBef>
                <a:spcPts val="0"/>
              </a:spcBef>
              <a:spcAft>
                <a:spcPts val="0"/>
              </a:spcAft>
              <a:buClr>
                <a:srgbClr val="000000"/>
              </a:buClr>
              <a:buSzPts val="1600"/>
              <a:buNone/>
              <a:defRPr sz="1600">
                <a:solidFill>
                  <a:srgbClr val="000000"/>
                </a:solidFill>
              </a:defRPr>
            </a:lvl7pPr>
            <a:lvl8pPr lvl="7" algn="r" rtl="0">
              <a:spcBef>
                <a:spcPts val="0"/>
              </a:spcBef>
              <a:spcAft>
                <a:spcPts val="0"/>
              </a:spcAft>
              <a:buClr>
                <a:srgbClr val="000000"/>
              </a:buClr>
              <a:buSzPts val="1600"/>
              <a:buNone/>
              <a:defRPr sz="1600">
                <a:solidFill>
                  <a:srgbClr val="000000"/>
                </a:solidFill>
              </a:defRPr>
            </a:lvl8pPr>
            <a:lvl9pPr lvl="8" algn="r" rtl="0">
              <a:spcBef>
                <a:spcPts val="0"/>
              </a:spcBef>
              <a:spcAft>
                <a:spcPts val="0"/>
              </a:spcAft>
              <a:buClr>
                <a:srgbClr val="000000"/>
              </a:buClr>
              <a:buSzPts val="1600"/>
              <a:buNone/>
              <a:defRPr sz="1600">
                <a:solidFill>
                  <a:srgbClr val="000000"/>
                </a:solidFill>
              </a:defRPr>
            </a:lvl9pPr>
          </a:lstStyle>
          <a:p>
            <a:endParaRPr/>
          </a:p>
        </p:txBody>
      </p:sp>
      <p:sp>
        <p:nvSpPr>
          <p:cNvPr id="87" name="Google Shape;87;p14"/>
          <p:cNvSpPr txBox="1">
            <a:spLocks noGrp="1"/>
          </p:cNvSpPr>
          <p:nvPr>
            <p:ph type="subTitle" idx="7"/>
          </p:nvPr>
        </p:nvSpPr>
        <p:spPr>
          <a:xfrm>
            <a:off x="5196656" y="3379749"/>
            <a:ext cx="1826400" cy="367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88" name="Google Shape;88;p14"/>
          <p:cNvSpPr txBox="1">
            <a:spLocks noGrp="1"/>
          </p:cNvSpPr>
          <p:nvPr>
            <p:ph type="ctrTitle" idx="8"/>
          </p:nvPr>
        </p:nvSpPr>
        <p:spPr>
          <a:xfrm>
            <a:off x="723600" y="470625"/>
            <a:ext cx="1497600" cy="9462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columns 1">
  <p:cSld name="CUSTOM_21">
    <p:spTree>
      <p:nvGrpSpPr>
        <p:cNvPr id="1" name="Shape 89"/>
        <p:cNvGrpSpPr/>
        <p:nvPr/>
      </p:nvGrpSpPr>
      <p:grpSpPr>
        <a:xfrm>
          <a:off x="0" y="0"/>
          <a:ext cx="0" cy="0"/>
          <a:chOff x="0" y="0"/>
          <a:chExt cx="0" cy="0"/>
        </a:xfrm>
      </p:grpSpPr>
      <p:sp>
        <p:nvSpPr>
          <p:cNvPr id="90" name="Google Shape;90;p15"/>
          <p:cNvSpPr txBox="1">
            <a:spLocks noGrp="1"/>
          </p:cNvSpPr>
          <p:nvPr>
            <p:ph type="subTitle" idx="1"/>
          </p:nvPr>
        </p:nvSpPr>
        <p:spPr>
          <a:xfrm>
            <a:off x="865200" y="3035650"/>
            <a:ext cx="1818000" cy="111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000">
                <a:solidFill>
                  <a:srgbClr val="000000"/>
                </a:solidFill>
              </a:defRPr>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91" name="Google Shape;91;p15"/>
          <p:cNvSpPr txBox="1">
            <a:spLocks noGrp="1"/>
          </p:cNvSpPr>
          <p:nvPr>
            <p:ph type="subTitle" idx="2"/>
          </p:nvPr>
        </p:nvSpPr>
        <p:spPr>
          <a:xfrm>
            <a:off x="3663000" y="3035650"/>
            <a:ext cx="1818000" cy="111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000">
                <a:solidFill>
                  <a:srgbClr val="000000"/>
                </a:solidFill>
              </a:defRPr>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92" name="Google Shape;92;p15"/>
          <p:cNvSpPr txBox="1">
            <a:spLocks noGrp="1"/>
          </p:cNvSpPr>
          <p:nvPr>
            <p:ph type="ctrTitle"/>
          </p:nvPr>
        </p:nvSpPr>
        <p:spPr>
          <a:xfrm>
            <a:off x="464600" y="2727050"/>
            <a:ext cx="2619300" cy="3849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600"/>
              <a:buNone/>
              <a:defRPr sz="1600">
                <a:solidFill>
                  <a:srgbClr val="000000"/>
                </a:solidFill>
              </a:defRPr>
            </a:lvl1pPr>
            <a:lvl2pPr lvl="1" algn="ctr" rtl="0">
              <a:spcBef>
                <a:spcPts val="0"/>
              </a:spcBef>
              <a:spcAft>
                <a:spcPts val="0"/>
              </a:spcAft>
              <a:buClr>
                <a:srgbClr val="000000"/>
              </a:buClr>
              <a:buSzPts val="1600"/>
              <a:buNone/>
              <a:defRPr sz="1600">
                <a:solidFill>
                  <a:srgbClr val="000000"/>
                </a:solidFill>
              </a:defRPr>
            </a:lvl2pPr>
            <a:lvl3pPr lvl="2" algn="ctr" rtl="0">
              <a:spcBef>
                <a:spcPts val="0"/>
              </a:spcBef>
              <a:spcAft>
                <a:spcPts val="0"/>
              </a:spcAft>
              <a:buClr>
                <a:srgbClr val="000000"/>
              </a:buClr>
              <a:buSzPts val="1600"/>
              <a:buNone/>
              <a:defRPr sz="1600">
                <a:solidFill>
                  <a:srgbClr val="000000"/>
                </a:solidFill>
              </a:defRPr>
            </a:lvl3pPr>
            <a:lvl4pPr lvl="3" algn="ctr" rtl="0">
              <a:spcBef>
                <a:spcPts val="0"/>
              </a:spcBef>
              <a:spcAft>
                <a:spcPts val="0"/>
              </a:spcAft>
              <a:buClr>
                <a:srgbClr val="000000"/>
              </a:buClr>
              <a:buSzPts val="1600"/>
              <a:buNone/>
              <a:defRPr sz="1600">
                <a:solidFill>
                  <a:srgbClr val="000000"/>
                </a:solidFill>
              </a:defRPr>
            </a:lvl4pPr>
            <a:lvl5pPr lvl="4" algn="ctr" rtl="0">
              <a:spcBef>
                <a:spcPts val="0"/>
              </a:spcBef>
              <a:spcAft>
                <a:spcPts val="0"/>
              </a:spcAft>
              <a:buClr>
                <a:srgbClr val="000000"/>
              </a:buClr>
              <a:buSzPts val="1600"/>
              <a:buNone/>
              <a:defRPr sz="1600">
                <a:solidFill>
                  <a:srgbClr val="000000"/>
                </a:solidFill>
              </a:defRPr>
            </a:lvl5pPr>
            <a:lvl6pPr lvl="5" algn="ctr" rtl="0">
              <a:spcBef>
                <a:spcPts val="0"/>
              </a:spcBef>
              <a:spcAft>
                <a:spcPts val="0"/>
              </a:spcAft>
              <a:buClr>
                <a:srgbClr val="000000"/>
              </a:buClr>
              <a:buSzPts val="1600"/>
              <a:buNone/>
              <a:defRPr sz="1600">
                <a:solidFill>
                  <a:srgbClr val="000000"/>
                </a:solidFill>
              </a:defRPr>
            </a:lvl6pPr>
            <a:lvl7pPr lvl="6" algn="ctr" rtl="0">
              <a:spcBef>
                <a:spcPts val="0"/>
              </a:spcBef>
              <a:spcAft>
                <a:spcPts val="0"/>
              </a:spcAft>
              <a:buClr>
                <a:srgbClr val="000000"/>
              </a:buClr>
              <a:buSzPts val="1600"/>
              <a:buNone/>
              <a:defRPr sz="1600">
                <a:solidFill>
                  <a:srgbClr val="000000"/>
                </a:solidFill>
              </a:defRPr>
            </a:lvl7pPr>
            <a:lvl8pPr lvl="7" algn="ctr" rtl="0">
              <a:spcBef>
                <a:spcPts val="0"/>
              </a:spcBef>
              <a:spcAft>
                <a:spcPts val="0"/>
              </a:spcAft>
              <a:buClr>
                <a:srgbClr val="000000"/>
              </a:buClr>
              <a:buSzPts val="1600"/>
              <a:buNone/>
              <a:defRPr sz="1600">
                <a:solidFill>
                  <a:srgbClr val="000000"/>
                </a:solidFill>
              </a:defRPr>
            </a:lvl8pPr>
            <a:lvl9pPr lvl="8" algn="ctr" rtl="0">
              <a:spcBef>
                <a:spcPts val="0"/>
              </a:spcBef>
              <a:spcAft>
                <a:spcPts val="0"/>
              </a:spcAft>
              <a:buClr>
                <a:srgbClr val="000000"/>
              </a:buClr>
              <a:buSzPts val="1600"/>
              <a:buNone/>
              <a:defRPr sz="1600">
                <a:solidFill>
                  <a:srgbClr val="000000"/>
                </a:solidFill>
              </a:defRPr>
            </a:lvl9pPr>
          </a:lstStyle>
          <a:p>
            <a:endParaRPr/>
          </a:p>
        </p:txBody>
      </p:sp>
      <p:sp>
        <p:nvSpPr>
          <p:cNvPr id="93" name="Google Shape;93;p15"/>
          <p:cNvSpPr txBox="1">
            <a:spLocks noGrp="1"/>
          </p:cNvSpPr>
          <p:nvPr>
            <p:ph type="ctrTitle" idx="3"/>
          </p:nvPr>
        </p:nvSpPr>
        <p:spPr>
          <a:xfrm>
            <a:off x="3262350" y="2727050"/>
            <a:ext cx="2619300" cy="3849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600"/>
              <a:buNone/>
              <a:defRPr sz="1600">
                <a:solidFill>
                  <a:srgbClr val="000000"/>
                </a:solidFill>
              </a:defRPr>
            </a:lvl1pPr>
            <a:lvl2pPr lvl="1" algn="ctr" rtl="0">
              <a:spcBef>
                <a:spcPts val="0"/>
              </a:spcBef>
              <a:spcAft>
                <a:spcPts val="0"/>
              </a:spcAft>
              <a:buClr>
                <a:srgbClr val="000000"/>
              </a:buClr>
              <a:buSzPts val="1600"/>
              <a:buNone/>
              <a:defRPr sz="1600">
                <a:solidFill>
                  <a:srgbClr val="000000"/>
                </a:solidFill>
              </a:defRPr>
            </a:lvl2pPr>
            <a:lvl3pPr lvl="2" algn="ctr" rtl="0">
              <a:spcBef>
                <a:spcPts val="0"/>
              </a:spcBef>
              <a:spcAft>
                <a:spcPts val="0"/>
              </a:spcAft>
              <a:buClr>
                <a:srgbClr val="000000"/>
              </a:buClr>
              <a:buSzPts val="1600"/>
              <a:buNone/>
              <a:defRPr sz="1600">
                <a:solidFill>
                  <a:srgbClr val="000000"/>
                </a:solidFill>
              </a:defRPr>
            </a:lvl3pPr>
            <a:lvl4pPr lvl="3" algn="ctr" rtl="0">
              <a:spcBef>
                <a:spcPts val="0"/>
              </a:spcBef>
              <a:spcAft>
                <a:spcPts val="0"/>
              </a:spcAft>
              <a:buClr>
                <a:srgbClr val="000000"/>
              </a:buClr>
              <a:buSzPts val="1600"/>
              <a:buNone/>
              <a:defRPr sz="1600">
                <a:solidFill>
                  <a:srgbClr val="000000"/>
                </a:solidFill>
              </a:defRPr>
            </a:lvl4pPr>
            <a:lvl5pPr lvl="4" algn="ctr" rtl="0">
              <a:spcBef>
                <a:spcPts val="0"/>
              </a:spcBef>
              <a:spcAft>
                <a:spcPts val="0"/>
              </a:spcAft>
              <a:buClr>
                <a:srgbClr val="000000"/>
              </a:buClr>
              <a:buSzPts val="1600"/>
              <a:buNone/>
              <a:defRPr sz="1600">
                <a:solidFill>
                  <a:srgbClr val="000000"/>
                </a:solidFill>
              </a:defRPr>
            </a:lvl5pPr>
            <a:lvl6pPr lvl="5" algn="ctr" rtl="0">
              <a:spcBef>
                <a:spcPts val="0"/>
              </a:spcBef>
              <a:spcAft>
                <a:spcPts val="0"/>
              </a:spcAft>
              <a:buClr>
                <a:srgbClr val="000000"/>
              </a:buClr>
              <a:buSzPts val="1600"/>
              <a:buNone/>
              <a:defRPr sz="1600">
                <a:solidFill>
                  <a:srgbClr val="000000"/>
                </a:solidFill>
              </a:defRPr>
            </a:lvl6pPr>
            <a:lvl7pPr lvl="6" algn="ctr" rtl="0">
              <a:spcBef>
                <a:spcPts val="0"/>
              </a:spcBef>
              <a:spcAft>
                <a:spcPts val="0"/>
              </a:spcAft>
              <a:buClr>
                <a:srgbClr val="000000"/>
              </a:buClr>
              <a:buSzPts val="1600"/>
              <a:buNone/>
              <a:defRPr sz="1600">
                <a:solidFill>
                  <a:srgbClr val="000000"/>
                </a:solidFill>
              </a:defRPr>
            </a:lvl7pPr>
            <a:lvl8pPr lvl="7" algn="ctr" rtl="0">
              <a:spcBef>
                <a:spcPts val="0"/>
              </a:spcBef>
              <a:spcAft>
                <a:spcPts val="0"/>
              </a:spcAft>
              <a:buClr>
                <a:srgbClr val="000000"/>
              </a:buClr>
              <a:buSzPts val="1600"/>
              <a:buNone/>
              <a:defRPr sz="1600">
                <a:solidFill>
                  <a:srgbClr val="000000"/>
                </a:solidFill>
              </a:defRPr>
            </a:lvl8pPr>
            <a:lvl9pPr lvl="8" algn="ctr" rtl="0">
              <a:spcBef>
                <a:spcPts val="0"/>
              </a:spcBef>
              <a:spcAft>
                <a:spcPts val="0"/>
              </a:spcAft>
              <a:buClr>
                <a:srgbClr val="000000"/>
              </a:buClr>
              <a:buSzPts val="1600"/>
              <a:buNone/>
              <a:defRPr sz="1600">
                <a:solidFill>
                  <a:srgbClr val="000000"/>
                </a:solidFill>
              </a:defRPr>
            </a:lvl9pPr>
          </a:lstStyle>
          <a:p>
            <a:endParaRPr/>
          </a:p>
        </p:txBody>
      </p:sp>
      <p:sp>
        <p:nvSpPr>
          <p:cNvPr id="94" name="Google Shape;94;p15"/>
          <p:cNvSpPr txBox="1">
            <a:spLocks noGrp="1"/>
          </p:cNvSpPr>
          <p:nvPr>
            <p:ph type="subTitle" idx="4"/>
          </p:nvPr>
        </p:nvSpPr>
        <p:spPr>
          <a:xfrm>
            <a:off x="6460750" y="3035650"/>
            <a:ext cx="1818000" cy="111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1000"/>
              <a:buNone/>
              <a:defRPr sz="1000">
                <a:solidFill>
                  <a:srgbClr val="000000"/>
                </a:solidFill>
              </a:defRPr>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95" name="Google Shape;95;p15"/>
          <p:cNvSpPr txBox="1">
            <a:spLocks noGrp="1"/>
          </p:cNvSpPr>
          <p:nvPr>
            <p:ph type="ctrTitle" idx="5"/>
          </p:nvPr>
        </p:nvSpPr>
        <p:spPr>
          <a:xfrm>
            <a:off x="6060100" y="2727050"/>
            <a:ext cx="2619300" cy="3849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rgbClr val="000000"/>
              </a:buClr>
              <a:buSzPts val="1600"/>
              <a:buNone/>
              <a:defRPr sz="1600">
                <a:solidFill>
                  <a:srgbClr val="000000"/>
                </a:solidFill>
              </a:defRPr>
            </a:lvl1pPr>
            <a:lvl2pPr lvl="1" algn="ctr" rtl="0">
              <a:spcBef>
                <a:spcPts val="0"/>
              </a:spcBef>
              <a:spcAft>
                <a:spcPts val="0"/>
              </a:spcAft>
              <a:buClr>
                <a:srgbClr val="000000"/>
              </a:buClr>
              <a:buSzPts val="1600"/>
              <a:buNone/>
              <a:defRPr sz="1600">
                <a:solidFill>
                  <a:srgbClr val="000000"/>
                </a:solidFill>
              </a:defRPr>
            </a:lvl2pPr>
            <a:lvl3pPr lvl="2" algn="ctr" rtl="0">
              <a:spcBef>
                <a:spcPts val="0"/>
              </a:spcBef>
              <a:spcAft>
                <a:spcPts val="0"/>
              </a:spcAft>
              <a:buClr>
                <a:srgbClr val="000000"/>
              </a:buClr>
              <a:buSzPts val="1600"/>
              <a:buNone/>
              <a:defRPr sz="1600">
                <a:solidFill>
                  <a:srgbClr val="000000"/>
                </a:solidFill>
              </a:defRPr>
            </a:lvl3pPr>
            <a:lvl4pPr lvl="3" algn="ctr" rtl="0">
              <a:spcBef>
                <a:spcPts val="0"/>
              </a:spcBef>
              <a:spcAft>
                <a:spcPts val="0"/>
              </a:spcAft>
              <a:buClr>
                <a:srgbClr val="000000"/>
              </a:buClr>
              <a:buSzPts val="1600"/>
              <a:buNone/>
              <a:defRPr sz="1600">
                <a:solidFill>
                  <a:srgbClr val="000000"/>
                </a:solidFill>
              </a:defRPr>
            </a:lvl4pPr>
            <a:lvl5pPr lvl="4" algn="ctr" rtl="0">
              <a:spcBef>
                <a:spcPts val="0"/>
              </a:spcBef>
              <a:spcAft>
                <a:spcPts val="0"/>
              </a:spcAft>
              <a:buClr>
                <a:srgbClr val="000000"/>
              </a:buClr>
              <a:buSzPts val="1600"/>
              <a:buNone/>
              <a:defRPr sz="1600">
                <a:solidFill>
                  <a:srgbClr val="000000"/>
                </a:solidFill>
              </a:defRPr>
            </a:lvl5pPr>
            <a:lvl6pPr lvl="5" algn="ctr" rtl="0">
              <a:spcBef>
                <a:spcPts val="0"/>
              </a:spcBef>
              <a:spcAft>
                <a:spcPts val="0"/>
              </a:spcAft>
              <a:buClr>
                <a:srgbClr val="000000"/>
              </a:buClr>
              <a:buSzPts val="1600"/>
              <a:buNone/>
              <a:defRPr sz="1600">
                <a:solidFill>
                  <a:srgbClr val="000000"/>
                </a:solidFill>
              </a:defRPr>
            </a:lvl6pPr>
            <a:lvl7pPr lvl="6" algn="ctr" rtl="0">
              <a:spcBef>
                <a:spcPts val="0"/>
              </a:spcBef>
              <a:spcAft>
                <a:spcPts val="0"/>
              </a:spcAft>
              <a:buClr>
                <a:srgbClr val="000000"/>
              </a:buClr>
              <a:buSzPts val="1600"/>
              <a:buNone/>
              <a:defRPr sz="1600">
                <a:solidFill>
                  <a:srgbClr val="000000"/>
                </a:solidFill>
              </a:defRPr>
            </a:lvl7pPr>
            <a:lvl8pPr lvl="7" algn="ctr" rtl="0">
              <a:spcBef>
                <a:spcPts val="0"/>
              </a:spcBef>
              <a:spcAft>
                <a:spcPts val="0"/>
              </a:spcAft>
              <a:buClr>
                <a:srgbClr val="000000"/>
              </a:buClr>
              <a:buSzPts val="1600"/>
              <a:buNone/>
              <a:defRPr sz="1600">
                <a:solidFill>
                  <a:srgbClr val="000000"/>
                </a:solidFill>
              </a:defRPr>
            </a:lvl8pPr>
            <a:lvl9pPr lvl="8" algn="ctr" rtl="0">
              <a:spcBef>
                <a:spcPts val="0"/>
              </a:spcBef>
              <a:spcAft>
                <a:spcPts val="0"/>
              </a:spcAft>
              <a:buClr>
                <a:srgbClr val="000000"/>
              </a:buClr>
              <a:buSzPts val="1600"/>
              <a:buNone/>
              <a:defRPr sz="1600">
                <a:solidFill>
                  <a:srgbClr val="000000"/>
                </a:solidFill>
              </a:defRPr>
            </a:lvl9pPr>
          </a:lstStyle>
          <a:p>
            <a:endParaRPr/>
          </a:p>
        </p:txBody>
      </p:sp>
      <p:sp>
        <p:nvSpPr>
          <p:cNvPr id="96" name="Google Shape;96;p15"/>
          <p:cNvSpPr txBox="1">
            <a:spLocks noGrp="1"/>
          </p:cNvSpPr>
          <p:nvPr>
            <p:ph type="ctrTitle" idx="6"/>
          </p:nvPr>
        </p:nvSpPr>
        <p:spPr>
          <a:xfrm>
            <a:off x="723600" y="470625"/>
            <a:ext cx="2078100" cy="9462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Headline design 4">
  <p:cSld name="CUSTOM_22">
    <p:spTree>
      <p:nvGrpSpPr>
        <p:cNvPr id="1" name="Shape 97"/>
        <p:cNvGrpSpPr/>
        <p:nvPr/>
      </p:nvGrpSpPr>
      <p:grpSpPr>
        <a:xfrm>
          <a:off x="0" y="0"/>
          <a:ext cx="0" cy="0"/>
          <a:chOff x="0" y="0"/>
          <a:chExt cx="0" cy="0"/>
        </a:xfrm>
      </p:grpSpPr>
      <p:sp>
        <p:nvSpPr>
          <p:cNvPr id="98" name="Google Shape;98;p16"/>
          <p:cNvSpPr/>
          <p:nvPr/>
        </p:nvSpPr>
        <p:spPr>
          <a:xfrm>
            <a:off x="2522400" y="753125"/>
            <a:ext cx="4099200" cy="3583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CCCCC"/>
              </a:solidFill>
            </a:endParaRPr>
          </a:p>
        </p:txBody>
      </p:sp>
      <p:sp>
        <p:nvSpPr>
          <p:cNvPr id="99" name="Google Shape;99;p16"/>
          <p:cNvSpPr txBox="1">
            <a:spLocks noGrp="1"/>
          </p:cNvSpPr>
          <p:nvPr>
            <p:ph type="ctrTitle"/>
          </p:nvPr>
        </p:nvSpPr>
        <p:spPr>
          <a:xfrm flipH="1">
            <a:off x="2609225" y="2243225"/>
            <a:ext cx="2876700" cy="19212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CCCCCC"/>
              </a:buClr>
              <a:buSzPts val="3600"/>
              <a:buNone/>
              <a:defRPr sz="3600">
                <a:solidFill>
                  <a:srgbClr val="CCCCCC"/>
                </a:solidFill>
              </a:defRPr>
            </a:lvl1pPr>
            <a:lvl2pPr lvl="1" algn="r" rtl="0">
              <a:spcBef>
                <a:spcPts val="0"/>
              </a:spcBef>
              <a:spcAft>
                <a:spcPts val="0"/>
              </a:spcAft>
              <a:buClr>
                <a:srgbClr val="CCCCCC"/>
              </a:buClr>
              <a:buSzPts val="6500"/>
              <a:buNone/>
              <a:defRPr sz="6500">
                <a:solidFill>
                  <a:srgbClr val="CCCCCC"/>
                </a:solidFill>
              </a:defRPr>
            </a:lvl2pPr>
            <a:lvl3pPr lvl="2" algn="r" rtl="0">
              <a:spcBef>
                <a:spcPts val="0"/>
              </a:spcBef>
              <a:spcAft>
                <a:spcPts val="0"/>
              </a:spcAft>
              <a:buClr>
                <a:srgbClr val="CCCCCC"/>
              </a:buClr>
              <a:buSzPts val="6500"/>
              <a:buNone/>
              <a:defRPr sz="6500">
                <a:solidFill>
                  <a:srgbClr val="CCCCCC"/>
                </a:solidFill>
              </a:defRPr>
            </a:lvl3pPr>
            <a:lvl4pPr lvl="3" algn="r" rtl="0">
              <a:spcBef>
                <a:spcPts val="0"/>
              </a:spcBef>
              <a:spcAft>
                <a:spcPts val="0"/>
              </a:spcAft>
              <a:buClr>
                <a:srgbClr val="CCCCCC"/>
              </a:buClr>
              <a:buSzPts val="6500"/>
              <a:buNone/>
              <a:defRPr sz="6500">
                <a:solidFill>
                  <a:srgbClr val="CCCCCC"/>
                </a:solidFill>
              </a:defRPr>
            </a:lvl4pPr>
            <a:lvl5pPr lvl="4" algn="r" rtl="0">
              <a:spcBef>
                <a:spcPts val="0"/>
              </a:spcBef>
              <a:spcAft>
                <a:spcPts val="0"/>
              </a:spcAft>
              <a:buClr>
                <a:srgbClr val="CCCCCC"/>
              </a:buClr>
              <a:buSzPts val="6500"/>
              <a:buNone/>
              <a:defRPr sz="6500">
                <a:solidFill>
                  <a:srgbClr val="CCCCCC"/>
                </a:solidFill>
              </a:defRPr>
            </a:lvl5pPr>
            <a:lvl6pPr lvl="5" algn="r" rtl="0">
              <a:spcBef>
                <a:spcPts val="0"/>
              </a:spcBef>
              <a:spcAft>
                <a:spcPts val="0"/>
              </a:spcAft>
              <a:buClr>
                <a:srgbClr val="CCCCCC"/>
              </a:buClr>
              <a:buSzPts val="6500"/>
              <a:buNone/>
              <a:defRPr sz="6500">
                <a:solidFill>
                  <a:srgbClr val="CCCCCC"/>
                </a:solidFill>
              </a:defRPr>
            </a:lvl6pPr>
            <a:lvl7pPr lvl="6" algn="r" rtl="0">
              <a:spcBef>
                <a:spcPts val="0"/>
              </a:spcBef>
              <a:spcAft>
                <a:spcPts val="0"/>
              </a:spcAft>
              <a:buClr>
                <a:srgbClr val="CCCCCC"/>
              </a:buClr>
              <a:buSzPts val="6500"/>
              <a:buNone/>
              <a:defRPr sz="6500">
                <a:solidFill>
                  <a:srgbClr val="CCCCCC"/>
                </a:solidFill>
              </a:defRPr>
            </a:lvl7pPr>
            <a:lvl8pPr lvl="7" algn="r" rtl="0">
              <a:spcBef>
                <a:spcPts val="0"/>
              </a:spcBef>
              <a:spcAft>
                <a:spcPts val="0"/>
              </a:spcAft>
              <a:buClr>
                <a:srgbClr val="CCCCCC"/>
              </a:buClr>
              <a:buSzPts val="6500"/>
              <a:buNone/>
              <a:defRPr sz="6500">
                <a:solidFill>
                  <a:srgbClr val="CCCCCC"/>
                </a:solidFill>
              </a:defRPr>
            </a:lvl8pPr>
            <a:lvl9pPr lvl="8" algn="r" rtl="0">
              <a:spcBef>
                <a:spcPts val="0"/>
              </a:spcBef>
              <a:spcAft>
                <a:spcPts val="0"/>
              </a:spcAft>
              <a:buClr>
                <a:srgbClr val="CCCCCC"/>
              </a:buClr>
              <a:buSzPts val="6500"/>
              <a:buNone/>
              <a:defRPr sz="6500">
                <a:solidFill>
                  <a:srgbClr val="CCCCCC"/>
                </a:solidFill>
              </a:defRPr>
            </a:lvl9pPr>
          </a:lstStyle>
          <a:p>
            <a:endParaRPr/>
          </a:p>
        </p:txBody>
      </p:sp>
      <p:sp>
        <p:nvSpPr>
          <p:cNvPr id="100" name="Google Shape;100;p16"/>
          <p:cNvSpPr txBox="1">
            <a:spLocks noGrp="1"/>
          </p:cNvSpPr>
          <p:nvPr>
            <p:ph type="title" idx="2" hasCustomPrompt="1"/>
          </p:nvPr>
        </p:nvSpPr>
        <p:spPr>
          <a:xfrm flipH="1">
            <a:off x="3514050" y="2419325"/>
            <a:ext cx="4488300" cy="16224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CCCCCC"/>
              </a:buClr>
              <a:buSzPts val="16000"/>
              <a:buNone/>
              <a:defRPr sz="16000">
                <a:solidFill>
                  <a:srgbClr val="CCCCCC"/>
                </a:solidFill>
              </a:defRPr>
            </a:lvl1pPr>
            <a:lvl2pPr lvl="1"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Headline design 5">
  <p:cSld name="CUSTOM_23">
    <p:spTree>
      <p:nvGrpSpPr>
        <p:cNvPr id="1" name="Shape 101"/>
        <p:cNvGrpSpPr/>
        <p:nvPr/>
      </p:nvGrpSpPr>
      <p:grpSpPr>
        <a:xfrm>
          <a:off x="0" y="0"/>
          <a:ext cx="0" cy="0"/>
          <a:chOff x="0" y="0"/>
          <a:chExt cx="0" cy="0"/>
        </a:xfrm>
      </p:grpSpPr>
      <p:sp>
        <p:nvSpPr>
          <p:cNvPr id="102" name="Google Shape;102;p17"/>
          <p:cNvSpPr txBox="1">
            <a:spLocks noGrp="1"/>
          </p:cNvSpPr>
          <p:nvPr>
            <p:ph type="ctrTitle"/>
          </p:nvPr>
        </p:nvSpPr>
        <p:spPr>
          <a:xfrm flipH="1">
            <a:off x="4101725" y="2243225"/>
            <a:ext cx="2755800" cy="19212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CCCCCC"/>
              </a:buClr>
              <a:buSzPts val="3600"/>
              <a:buNone/>
              <a:defRPr sz="3600">
                <a:solidFill>
                  <a:srgbClr val="CCCCCC"/>
                </a:solidFill>
              </a:defRPr>
            </a:lvl1pPr>
            <a:lvl2pPr lvl="1" rtl="0">
              <a:spcBef>
                <a:spcPts val="0"/>
              </a:spcBef>
              <a:spcAft>
                <a:spcPts val="0"/>
              </a:spcAft>
              <a:buClr>
                <a:srgbClr val="CCCCCC"/>
              </a:buClr>
              <a:buSzPts val="6500"/>
              <a:buNone/>
              <a:defRPr sz="6500">
                <a:solidFill>
                  <a:srgbClr val="CCCCCC"/>
                </a:solidFill>
              </a:defRPr>
            </a:lvl2pPr>
            <a:lvl3pPr lvl="2" rtl="0">
              <a:spcBef>
                <a:spcPts val="0"/>
              </a:spcBef>
              <a:spcAft>
                <a:spcPts val="0"/>
              </a:spcAft>
              <a:buClr>
                <a:srgbClr val="CCCCCC"/>
              </a:buClr>
              <a:buSzPts val="6500"/>
              <a:buNone/>
              <a:defRPr sz="6500">
                <a:solidFill>
                  <a:srgbClr val="CCCCCC"/>
                </a:solidFill>
              </a:defRPr>
            </a:lvl3pPr>
            <a:lvl4pPr lvl="3" rtl="0">
              <a:spcBef>
                <a:spcPts val="0"/>
              </a:spcBef>
              <a:spcAft>
                <a:spcPts val="0"/>
              </a:spcAft>
              <a:buClr>
                <a:srgbClr val="CCCCCC"/>
              </a:buClr>
              <a:buSzPts val="6500"/>
              <a:buNone/>
              <a:defRPr sz="6500">
                <a:solidFill>
                  <a:srgbClr val="CCCCCC"/>
                </a:solidFill>
              </a:defRPr>
            </a:lvl4pPr>
            <a:lvl5pPr lvl="4" rtl="0">
              <a:spcBef>
                <a:spcPts val="0"/>
              </a:spcBef>
              <a:spcAft>
                <a:spcPts val="0"/>
              </a:spcAft>
              <a:buClr>
                <a:srgbClr val="CCCCCC"/>
              </a:buClr>
              <a:buSzPts val="6500"/>
              <a:buNone/>
              <a:defRPr sz="6500">
                <a:solidFill>
                  <a:srgbClr val="CCCCCC"/>
                </a:solidFill>
              </a:defRPr>
            </a:lvl5pPr>
            <a:lvl6pPr lvl="5" rtl="0">
              <a:spcBef>
                <a:spcPts val="0"/>
              </a:spcBef>
              <a:spcAft>
                <a:spcPts val="0"/>
              </a:spcAft>
              <a:buClr>
                <a:srgbClr val="CCCCCC"/>
              </a:buClr>
              <a:buSzPts val="6500"/>
              <a:buNone/>
              <a:defRPr sz="6500">
                <a:solidFill>
                  <a:srgbClr val="CCCCCC"/>
                </a:solidFill>
              </a:defRPr>
            </a:lvl6pPr>
            <a:lvl7pPr lvl="6" rtl="0">
              <a:spcBef>
                <a:spcPts val="0"/>
              </a:spcBef>
              <a:spcAft>
                <a:spcPts val="0"/>
              </a:spcAft>
              <a:buClr>
                <a:srgbClr val="CCCCCC"/>
              </a:buClr>
              <a:buSzPts val="6500"/>
              <a:buNone/>
              <a:defRPr sz="6500">
                <a:solidFill>
                  <a:srgbClr val="CCCCCC"/>
                </a:solidFill>
              </a:defRPr>
            </a:lvl7pPr>
            <a:lvl8pPr lvl="7" rtl="0">
              <a:spcBef>
                <a:spcPts val="0"/>
              </a:spcBef>
              <a:spcAft>
                <a:spcPts val="0"/>
              </a:spcAft>
              <a:buClr>
                <a:srgbClr val="CCCCCC"/>
              </a:buClr>
              <a:buSzPts val="6500"/>
              <a:buNone/>
              <a:defRPr sz="6500">
                <a:solidFill>
                  <a:srgbClr val="CCCCCC"/>
                </a:solidFill>
              </a:defRPr>
            </a:lvl8pPr>
            <a:lvl9pPr lvl="8" rtl="0">
              <a:spcBef>
                <a:spcPts val="0"/>
              </a:spcBef>
              <a:spcAft>
                <a:spcPts val="0"/>
              </a:spcAft>
              <a:buClr>
                <a:srgbClr val="CCCCCC"/>
              </a:buClr>
              <a:buSzPts val="6500"/>
              <a:buNone/>
              <a:defRPr sz="6500">
                <a:solidFill>
                  <a:srgbClr val="CCCCCC"/>
                </a:solidFill>
              </a:defRPr>
            </a:lvl9pPr>
          </a:lstStyle>
          <a:p>
            <a:endParaRPr/>
          </a:p>
        </p:txBody>
      </p:sp>
      <p:sp>
        <p:nvSpPr>
          <p:cNvPr id="103" name="Google Shape;103;p17"/>
          <p:cNvSpPr txBox="1">
            <a:spLocks noGrp="1"/>
          </p:cNvSpPr>
          <p:nvPr>
            <p:ph type="title" idx="2" hasCustomPrompt="1"/>
          </p:nvPr>
        </p:nvSpPr>
        <p:spPr>
          <a:xfrm flipH="1">
            <a:off x="-517450" y="2419325"/>
            <a:ext cx="4488300" cy="16224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CCCCCC"/>
              </a:buClr>
              <a:buSzPts val="16000"/>
              <a:buNone/>
              <a:defRPr sz="16000">
                <a:solidFill>
                  <a:srgbClr val="CCCCCC"/>
                </a:solidFill>
              </a:defRPr>
            </a:lvl1pPr>
            <a:lvl2pPr lvl="1"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9pPr>
          </a:lstStyle>
          <a:p>
            <a:r>
              <a:t>xx%</a:t>
            </a:r>
          </a:p>
        </p:txBody>
      </p:sp>
      <p:sp>
        <p:nvSpPr>
          <p:cNvPr id="104" name="Google Shape;104;p17"/>
          <p:cNvSpPr/>
          <p:nvPr/>
        </p:nvSpPr>
        <p:spPr>
          <a:xfrm>
            <a:off x="2609300" y="753125"/>
            <a:ext cx="4099200" cy="3583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CCCCC"/>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Headline design 6">
  <p:cSld name="CUSTOM_24">
    <p:spTree>
      <p:nvGrpSpPr>
        <p:cNvPr id="1" name="Shape 105"/>
        <p:cNvGrpSpPr/>
        <p:nvPr/>
      </p:nvGrpSpPr>
      <p:grpSpPr>
        <a:xfrm>
          <a:off x="0" y="0"/>
          <a:ext cx="0" cy="0"/>
          <a:chOff x="0" y="0"/>
          <a:chExt cx="0" cy="0"/>
        </a:xfrm>
      </p:grpSpPr>
      <p:sp>
        <p:nvSpPr>
          <p:cNvPr id="106" name="Google Shape;106;p18"/>
          <p:cNvSpPr/>
          <p:nvPr/>
        </p:nvSpPr>
        <p:spPr>
          <a:xfrm>
            <a:off x="2522400" y="753125"/>
            <a:ext cx="4099200" cy="3583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D9D9D9"/>
              </a:solidFill>
            </a:endParaRPr>
          </a:p>
        </p:txBody>
      </p:sp>
      <p:sp>
        <p:nvSpPr>
          <p:cNvPr id="107" name="Google Shape;107;p18"/>
          <p:cNvSpPr txBox="1">
            <a:spLocks noGrp="1"/>
          </p:cNvSpPr>
          <p:nvPr>
            <p:ph type="ctrTitle"/>
          </p:nvPr>
        </p:nvSpPr>
        <p:spPr>
          <a:xfrm flipH="1">
            <a:off x="2609225" y="2243225"/>
            <a:ext cx="2876700" cy="19212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D9D9D9"/>
              </a:buClr>
              <a:buSzPts val="3600"/>
              <a:buNone/>
              <a:defRPr sz="3600">
                <a:solidFill>
                  <a:srgbClr val="D9D9D9"/>
                </a:solidFill>
              </a:defRPr>
            </a:lvl1pPr>
            <a:lvl2pPr lvl="1" algn="r" rtl="0">
              <a:spcBef>
                <a:spcPts val="0"/>
              </a:spcBef>
              <a:spcAft>
                <a:spcPts val="0"/>
              </a:spcAft>
              <a:buClr>
                <a:srgbClr val="D9D9D9"/>
              </a:buClr>
              <a:buSzPts val="6500"/>
              <a:buNone/>
              <a:defRPr sz="6500">
                <a:solidFill>
                  <a:srgbClr val="D9D9D9"/>
                </a:solidFill>
              </a:defRPr>
            </a:lvl2pPr>
            <a:lvl3pPr lvl="2" algn="r" rtl="0">
              <a:spcBef>
                <a:spcPts val="0"/>
              </a:spcBef>
              <a:spcAft>
                <a:spcPts val="0"/>
              </a:spcAft>
              <a:buClr>
                <a:srgbClr val="D9D9D9"/>
              </a:buClr>
              <a:buSzPts val="6500"/>
              <a:buNone/>
              <a:defRPr sz="6500">
                <a:solidFill>
                  <a:srgbClr val="D9D9D9"/>
                </a:solidFill>
              </a:defRPr>
            </a:lvl3pPr>
            <a:lvl4pPr lvl="3" algn="r" rtl="0">
              <a:spcBef>
                <a:spcPts val="0"/>
              </a:spcBef>
              <a:spcAft>
                <a:spcPts val="0"/>
              </a:spcAft>
              <a:buClr>
                <a:srgbClr val="D9D9D9"/>
              </a:buClr>
              <a:buSzPts val="6500"/>
              <a:buNone/>
              <a:defRPr sz="6500">
                <a:solidFill>
                  <a:srgbClr val="D9D9D9"/>
                </a:solidFill>
              </a:defRPr>
            </a:lvl4pPr>
            <a:lvl5pPr lvl="4" algn="r" rtl="0">
              <a:spcBef>
                <a:spcPts val="0"/>
              </a:spcBef>
              <a:spcAft>
                <a:spcPts val="0"/>
              </a:spcAft>
              <a:buClr>
                <a:srgbClr val="D9D9D9"/>
              </a:buClr>
              <a:buSzPts val="6500"/>
              <a:buNone/>
              <a:defRPr sz="6500">
                <a:solidFill>
                  <a:srgbClr val="D9D9D9"/>
                </a:solidFill>
              </a:defRPr>
            </a:lvl5pPr>
            <a:lvl6pPr lvl="5" algn="r" rtl="0">
              <a:spcBef>
                <a:spcPts val="0"/>
              </a:spcBef>
              <a:spcAft>
                <a:spcPts val="0"/>
              </a:spcAft>
              <a:buClr>
                <a:srgbClr val="D9D9D9"/>
              </a:buClr>
              <a:buSzPts val="6500"/>
              <a:buNone/>
              <a:defRPr sz="6500">
                <a:solidFill>
                  <a:srgbClr val="D9D9D9"/>
                </a:solidFill>
              </a:defRPr>
            </a:lvl6pPr>
            <a:lvl7pPr lvl="6" algn="r" rtl="0">
              <a:spcBef>
                <a:spcPts val="0"/>
              </a:spcBef>
              <a:spcAft>
                <a:spcPts val="0"/>
              </a:spcAft>
              <a:buClr>
                <a:srgbClr val="D9D9D9"/>
              </a:buClr>
              <a:buSzPts val="6500"/>
              <a:buNone/>
              <a:defRPr sz="6500">
                <a:solidFill>
                  <a:srgbClr val="D9D9D9"/>
                </a:solidFill>
              </a:defRPr>
            </a:lvl7pPr>
            <a:lvl8pPr lvl="7" algn="r" rtl="0">
              <a:spcBef>
                <a:spcPts val="0"/>
              </a:spcBef>
              <a:spcAft>
                <a:spcPts val="0"/>
              </a:spcAft>
              <a:buClr>
                <a:srgbClr val="D9D9D9"/>
              </a:buClr>
              <a:buSzPts val="6500"/>
              <a:buNone/>
              <a:defRPr sz="6500">
                <a:solidFill>
                  <a:srgbClr val="D9D9D9"/>
                </a:solidFill>
              </a:defRPr>
            </a:lvl8pPr>
            <a:lvl9pPr lvl="8" algn="r" rtl="0">
              <a:spcBef>
                <a:spcPts val="0"/>
              </a:spcBef>
              <a:spcAft>
                <a:spcPts val="0"/>
              </a:spcAft>
              <a:buClr>
                <a:srgbClr val="D9D9D9"/>
              </a:buClr>
              <a:buSzPts val="6500"/>
              <a:buNone/>
              <a:defRPr sz="6500">
                <a:solidFill>
                  <a:srgbClr val="D9D9D9"/>
                </a:solidFill>
              </a:defRPr>
            </a:lvl9pPr>
          </a:lstStyle>
          <a:p>
            <a:endParaRPr/>
          </a:p>
        </p:txBody>
      </p:sp>
      <p:sp>
        <p:nvSpPr>
          <p:cNvPr id="108" name="Google Shape;108;p18"/>
          <p:cNvSpPr txBox="1">
            <a:spLocks noGrp="1"/>
          </p:cNvSpPr>
          <p:nvPr>
            <p:ph type="title" idx="2" hasCustomPrompt="1"/>
          </p:nvPr>
        </p:nvSpPr>
        <p:spPr>
          <a:xfrm flipH="1">
            <a:off x="3514050" y="2419325"/>
            <a:ext cx="4488300" cy="16224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D9D9D9"/>
              </a:buClr>
              <a:buSzPts val="16000"/>
              <a:buNone/>
              <a:defRPr sz="16000">
                <a:solidFill>
                  <a:srgbClr val="D9D9D9"/>
                </a:solidFill>
              </a:defRPr>
            </a:lvl1pPr>
            <a:lvl2pPr lvl="1" rtl="0">
              <a:spcBef>
                <a:spcPts val="0"/>
              </a:spcBef>
              <a:spcAft>
                <a:spcPts val="0"/>
              </a:spcAft>
              <a:buClr>
                <a:srgbClr val="D9D9D9"/>
              </a:buClr>
              <a:buSzPts val="14000"/>
              <a:buFont typeface="Fira Sans Extra Condensed Medium"/>
              <a:buNone/>
              <a:defRPr sz="14000">
                <a:solidFill>
                  <a:srgbClr val="D9D9D9"/>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D9D9D9"/>
              </a:buClr>
              <a:buSzPts val="14000"/>
              <a:buFont typeface="Fira Sans Extra Condensed Medium"/>
              <a:buNone/>
              <a:defRPr sz="14000">
                <a:solidFill>
                  <a:srgbClr val="D9D9D9"/>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D9D9D9"/>
              </a:buClr>
              <a:buSzPts val="14000"/>
              <a:buFont typeface="Fira Sans Extra Condensed Medium"/>
              <a:buNone/>
              <a:defRPr sz="14000">
                <a:solidFill>
                  <a:srgbClr val="D9D9D9"/>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D9D9D9"/>
              </a:buClr>
              <a:buSzPts val="14000"/>
              <a:buFont typeface="Fira Sans Extra Condensed Medium"/>
              <a:buNone/>
              <a:defRPr sz="14000">
                <a:solidFill>
                  <a:srgbClr val="D9D9D9"/>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D9D9D9"/>
              </a:buClr>
              <a:buSzPts val="14000"/>
              <a:buFont typeface="Fira Sans Extra Condensed Medium"/>
              <a:buNone/>
              <a:defRPr sz="14000">
                <a:solidFill>
                  <a:srgbClr val="D9D9D9"/>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D9D9D9"/>
              </a:buClr>
              <a:buSzPts val="14000"/>
              <a:buFont typeface="Fira Sans Extra Condensed Medium"/>
              <a:buNone/>
              <a:defRPr sz="14000">
                <a:solidFill>
                  <a:srgbClr val="D9D9D9"/>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D9D9D9"/>
              </a:buClr>
              <a:buSzPts val="14000"/>
              <a:buFont typeface="Fira Sans Extra Condensed Medium"/>
              <a:buNone/>
              <a:defRPr sz="14000">
                <a:solidFill>
                  <a:srgbClr val="D9D9D9"/>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D9D9D9"/>
              </a:buClr>
              <a:buSzPts val="14000"/>
              <a:buFont typeface="Fira Sans Extra Condensed Medium"/>
              <a:buNone/>
              <a:defRPr sz="14000">
                <a:solidFill>
                  <a:srgbClr val="D9D9D9"/>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ree columns 2">
  <p:cSld name="CUSTOM_11_1">
    <p:spTree>
      <p:nvGrpSpPr>
        <p:cNvPr id="1" name="Shape 109"/>
        <p:cNvGrpSpPr/>
        <p:nvPr/>
      </p:nvGrpSpPr>
      <p:grpSpPr>
        <a:xfrm>
          <a:off x="0" y="0"/>
          <a:ext cx="0" cy="0"/>
          <a:chOff x="0" y="0"/>
          <a:chExt cx="0" cy="0"/>
        </a:xfrm>
      </p:grpSpPr>
      <p:sp>
        <p:nvSpPr>
          <p:cNvPr id="110" name="Google Shape;110;p19"/>
          <p:cNvSpPr txBox="1">
            <a:spLocks noGrp="1"/>
          </p:cNvSpPr>
          <p:nvPr>
            <p:ph type="ctrTitle"/>
          </p:nvPr>
        </p:nvSpPr>
        <p:spPr>
          <a:xfrm>
            <a:off x="1263150" y="1910650"/>
            <a:ext cx="13386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algn="ctr" rtl="0">
              <a:spcBef>
                <a:spcPts val="0"/>
              </a:spcBef>
              <a:spcAft>
                <a:spcPts val="0"/>
              </a:spcAft>
              <a:buSzPts val="1600"/>
              <a:buNone/>
              <a:defRPr sz="1600"/>
            </a:lvl2pPr>
            <a:lvl3pPr lvl="2" algn="ctr" rtl="0">
              <a:spcBef>
                <a:spcPts val="0"/>
              </a:spcBef>
              <a:spcAft>
                <a:spcPts val="0"/>
              </a:spcAft>
              <a:buSzPts val="1600"/>
              <a:buNone/>
              <a:defRPr sz="1600"/>
            </a:lvl3pPr>
            <a:lvl4pPr lvl="3" algn="ctr" rtl="0">
              <a:spcBef>
                <a:spcPts val="0"/>
              </a:spcBef>
              <a:spcAft>
                <a:spcPts val="0"/>
              </a:spcAft>
              <a:buSzPts val="1600"/>
              <a:buNone/>
              <a:defRPr sz="1600"/>
            </a:lvl4pPr>
            <a:lvl5pPr lvl="4" algn="ctr" rtl="0">
              <a:spcBef>
                <a:spcPts val="0"/>
              </a:spcBef>
              <a:spcAft>
                <a:spcPts val="0"/>
              </a:spcAft>
              <a:buSzPts val="1600"/>
              <a:buNone/>
              <a:defRPr sz="1600"/>
            </a:lvl5pPr>
            <a:lvl6pPr lvl="5" algn="ctr" rtl="0">
              <a:spcBef>
                <a:spcPts val="0"/>
              </a:spcBef>
              <a:spcAft>
                <a:spcPts val="0"/>
              </a:spcAft>
              <a:buSzPts val="1600"/>
              <a:buNone/>
              <a:defRPr sz="1600"/>
            </a:lvl6pPr>
            <a:lvl7pPr lvl="6" algn="ctr" rtl="0">
              <a:spcBef>
                <a:spcPts val="0"/>
              </a:spcBef>
              <a:spcAft>
                <a:spcPts val="0"/>
              </a:spcAft>
              <a:buSzPts val="1600"/>
              <a:buNone/>
              <a:defRPr sz="1600"/>
            </a:lvl7pPr>
            <a:lvl8pPr lvl="7" algn="ctr" rtl="0">
              <a:spcBef>
                <a:spcPts val="0"/>
              </a:spcBef>
              <a:spcAft>
                <a:spcPts val="0"/>
              </a:spcAft>
              <a:buSzPts val="1600"/>
              <a:buNone/>
              <a:defRPr sz="1600"/>
            </a:lvl8pPr>
            <a:lvl9pPr lvl="8" algn="ctr" rtl="0">
              <a:spcBef>
                <a:spcPts val="0"/>
              </a:spcBef>
              <a:spcAft>
                <a:spcPts val="0"/>
              </a:spcAft>
              <a:buSzPts val="1600"/>
              <a:buNone/>
              <a:defRPr sz="1600"/>
            </a:lvl9pPr>
          </a:lstStyle>
          <a:p>
            <a:endParaRPr/>
          </a:p>
        </p:txBody>
      </p:sp>
      <p:sp>
        <p:nvSpPr>
          <p:cNvPr id="111" name="Google Shape;111;p19"/>
          <p:cNvSpPr txBox="1">
            <a:spLocks noGrp="1"/>
          </p:cNvSpPr>
          <p:nvPr>
            <p:ph type="subTitle" idx="1"/>
          </p:nvPr>
        </p:nvSpPr>
        <p:spPr>
          <a:xfrm>
            <a:off x="1310100" y="2426522"/>
            <a:ext cx="1244400" cy="771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2" name="Google Shape;112;p19"/>
          <p:cNvSpPr txBox="1">
            <a:spLocks noGrp="1"/>
          </p:cNvSpPr>
          <p:nvPr>
            <p:ph type="ctrTitle" idx="2"/>
          </p:nvPr>
        </p:nvSpPr>
        <p:spPr>
          <a:xfrm>
            <a:off x="3902700" y="1910650"/>
            <a:ext cx="13386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algn="ctr" rtl="0">
              <a:spcBef>
                <a:spcPts val="0"/>
              </a:spcBef>
              <a:spcAft>
                <a:spcPts val="0"/>
              </a:spcAft>
              <a:buSzPts val="1600"/>
              <a:buNone/>
              <a:defRPr sz="1600"/>
            </a:lvl2pPr>
            <a:lvl3pPr lvl="2" algn="ctr" rtl="0">
              <a:spcBef>
                <a:spcPts val="0"/>
              </a:spcBef>
              <a:spcAft>
                <a:spcPts val="0"/>
              </a:spcAft>
              <a:buSzPts val="1600"/>
              <a:buNone/>
              <a:defRPr sz="1600"/>
            </a:lvl3pPr>
            <a:lvl4pPr lvl="3" algn="ctr" rtl="0">
              <a:spcBef>
                <a:spcPts val="0"/>
              </a:spcBef>
              <a:spcAft>
                <a:spcPts val="0"/>
              </a:spcAft>
              <a:buSzPts val="1600"/>
              <a:buNone/>
              <a:defRPr sz="1600"/>
            </a:lvl4pPr>
            <a:lvl5pPr lvl="4" algn="ctr" rtl="0">
              <a:spcBef>
                <a:spcPts val="0"/>
              </a:spcBef>
              <a:spcAft>
                <a:spcPts val="0"/>
              </a:spcAft>
              <a:buSzPts val="1600"/>
              <a:buNone/>
              <a:defRPr sz="1600"/>
            </a:lvl5pPr>
            <a:lvl6pPr lvl="5" algn="ctr" rtl="0">
              <a:spcBef>
                <a:spcPts val="0"/>
              </a:spcBef>
              <a:spcAft>
                <a:spcPts val="0"/>
              </a:spcAft>
              <a:buSzPts val="1600"/>
              <a:buNone/>
              <a:defRPr sz="1600"/>
            </a:lvl6pPr>
            <a:lvl7pPr lvl="6" algn="ctr" rtl="0">
              <a:spcBef>
                <a:spcPts val="0"/>
              </a:spcBef>
              <a:spcAft>
                <a:spcPts val="0"/>
              </a:spcAft>
              <a:buSzPts val="1600"/>
              <a:buNone/>
              <a:defRPr sz="1600"/>
            </a:lvl7pPr>
            <a:lvl8pPr lvl="7" algn="ctr" rtl="0">
              <a:spcBef>
                <a:spcPts val="0"/>
              </a:spcBef>
              <a:spcAft>
                <a:spcPts val="0"/>
              </a:spcAft>
              <a:buSzPts val="1600"/>
              <a:buNone/>
              <a:defRPr sz="1600"/>
            </a:lvl8pPr>
            <a:lvl9pPr lvl="8" algn="ctr" rtl="0">
              <a:spcBef>
                <a:spcPts val="0"/>
              </a:spcBef>
              <a:spcAft>
                <a:spcPts val="0"/>
              </a:spcAft>
              <a:buSzPts val="1600"/>
              <a:buNone/>
              <a:defRPr sz="1600"/>
            </a:lvl9pPr>
          </a:lstStyle>
          <a:p>
            <a:endParaRPr/>
          </a:p>
        </p:txBody>
      </p:sp>
      <p:sp>
        <p:nvSpPr>
          <p:cNvPr id="113" name="Google Shape;113;p19"/>
          <p:cNvSpPr txBox="1">
            <a:spLocks noGrp="1"/>
          </p:cNvSpPr>
          <p:nvPr>
            <p:ph type="subTitle" idx="3"/>
          </p:nvPr>
        </p:nvSpPr>
        <p:spPr>
          <a:xfrm>
            <a:off x="3949650" y="2426522"/>
            <a:ext cx="1244400" cy="771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4" name="Google Shape;114;p19"/>
          <p:cNvSpPr txBox="1">
            <a:spLocks noGrp="1"/>
          </p:cNvSpPr>
          <p:nvPr>
            <p:ph type="ctrTitle" idx="4"/>
          </p:nvPr>
        </p:nvSpPr>
        <p:spPr>
          <a:xfrm>
            <a:off x="6589500" y="1910650"/>
            <a:ext cx="13386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algn="ctr" rtl="0">
              <a:spcBef>
                <a:spcPts val="0"/>
              </a:spcBef>
              <a:spcAft>
                <a:spcPts val="0"/>
              </a:spcAft>
              <a:buSzPts val="1600"/>
              <a:buNone/>
              <a:defRPr sz="1600"/>
            </a:lvl2pPr>
            <a:lvl3pPr lvl="2" algn="ctr" rtl="0">
              <a:spcBef>
                <a:spcPts val="0"/>
              </a:spcBef>
              <a:spcAft>
                <a:spcPts val="0"/>
              </a:spcAft>
              <a:buSzPts val="1600"/>
              <a:buNone/>
              <a:defRPr sz="1600"/>
            </a:lvl3pPr>
            <a:lvl4pPr lvl="3" algn="ctr" rtl="0">
              <a:spcBef>
                <a:spcPts val="0"/>
              </a:spcBef>
              <a:spcAft>
                <a:spcPts val="0"/>
              </a:spcAft>
              <a:buSzPts val="1600"/>
              <a:buNone/>
              <a:defRPr sz="1600"/>
            </a:lvl4pPr>
            <a:lvl5pPr lvl="4" algn="ctr" rtl="0">
              <a:spcBef>
                <a:spcPts val="0"/>
              </a:spcBef>
              <a:spcAft>
                <a:spcPts val="0"/>
              </a:spcAft>
              <a:buSzPts val="1600"/>
              <a:buNone/>
              <a:defRPr sz="1600"/>
            </a:lvl5pPr>
            <a:lvl6pPr lvl="5" algn="ctr" rtl="0">
              <a:spcBef>
                <a:spcPts val="0"/>
              </a:spcBef>
              <a:spcAft>
                <a:spcPts val="0"/>
              </a:spcAft>
              <a:buSzPts val="1600"/>
              <a:buNone/>
              <a:defRPr sz="1600"/>
            </a:lvl6pPr>
            <a:lvl7pPr lvl="6" algn="ctr" rtl="0">
              <a:spcBef>
                <a:spcPts val="0"/>
              </a:spcBef>
              <a:spcAft>
                <a:spcPts val="0"/>
              </a:spcAft>
              <a:buSzPts val="1600"/>
              <a:buNone/>
              <a:defRPr sz="1600"/>
            </a:lvl7pPr>
            <a:lvl8pPr lvl="7" algn="ctr" rtl="0">
              <a:spcBef>
                <a:spcPts val="0"/>
              </a:spcBef>
              <a:spcAft>
                <a:spcPts val="0"/>
              </a:spcAft>
              <a:buSzPts val="1600"/>
              <a:buNone/>
              <a:defRPr sz="1600"/>
            </a:lvl8pPr>
            <a:lvl9pPr lvl="8" algn="ctr" rtl="0">
              <a:spcBef>
                <a:spcPts val="0"/>
              </a:spcBef>
              <a:spcAft>
                <a:spcPts val="0"/>
              </a:spcAft>
              <a:buSzPts val="1600"/>
              <a:buNone/>
              <a:defRPr sz="1600"/>
            </a:lvl9pPr>
          </a:lstStyle>
          <a:p>
            <a:endParaRPr/>
          </a:p>
        </p:txBody>
      </p:sp>
      <p:sp>
        <p:nvSpPr>
          <p:cNvPr id="115" name="Google Shape;115;p19"/>
          <p:cNvSpPr txBox="1">
            <a:spLocks noGrp="1"/>
          </p:cNvSpPr>
          <p:nvPr>
            <p:ph type="subTitle" idx="5"/>
          </p:nvPr>
        </p:nvSpPr>
        <p:spPr>
          <a:xfrm>
            <a:off x="6636450" y="2426522"/>
            <a:ext cx="1244400" cy="771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6" name="Google Shape;116;p19"/>
          <p:cNvSpPr txBox="1">
            <a:spLocks noGrp="1"/>
          </p:cNvSpPr>
          <p:nvPr>
            <p:ph type="title" idx="6" hasCustomPrompt="1"/>
          </p:nvPr>
        </p:nvSpPr>
        <p:spPr>
          <a:xfrm>
            <a:off x="1422605" y="3223975"/>
            <a:ext cx="10194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9pPr>
          </a:lstStyle>
          <a:p>
            <a:r>
              <a:t>xx%</a:t>
            </a:r>
          </a:p>
        </p:txBody>
      </p:sp>
      <p:sp>
        <p:nvSpPr>
          <p:cNvPr id="117" name="Google Shape;117;p19"/>
          <p:cNvSpPr txBox="1">
            <a:spLocks noGrp="1"/>
          </p:cNvSpPr>
          <p:nvPr>
            <p:ph type="title" idx="7" hasCustomPrompt="1"/>
          </p:nvPr>
        </p:nvSpPr>
        <p:spPr>
          <a:xfrm>
            <a:off x="4038680" y="3223975"/>
            <a:ext cx="10194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9pPr>
          </a:lstStyle>
          <a:p>
            <a:r>
              <a:t>xx%</a:t>
            </a:r>
          </a:p>
        </p:txBody>
      </p:sp>
      <p:sp>
        <p:nvSpPr>
          <p:cNvPr id="118" name="Google Shape;118;p19"/>
          <p:cNvSpPr txBox="1">
            <a:spLocks noGrp="1"/>
          </p:cNvSpPr>
          <p:nvPr>
            <p:ph type="title" idx="8" hasCustomPrompt="1"/>
          </p:nvPr>
        </p:nvSpPr>
        <p:spPr>
          <a:xfrm>
            <a:off x="6749255" y="3223975"/>
            <a:ext cx="10194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9pPr>
          </a:lstStyle>
          <a:p>
            <a:r>
              <a:t>xx%</a:t>
            </a:r>
          </a:p>
        </p:txBody>
      </p:sp>
      <p:sp>
        <p:nvSpPr>
          <p:cNvPr id="119" name="Google Shape;119;p19"/>
          <p:cNvSpPr txBox="1">
            <a:spLocks noGrp="1"/>
          </p:cNvSpPr>
          <p:nvPr>
            <p:ph type="ctrTitle" idx="9"/>
          </p:nvPr>
        </p:nvSpPr>
        <p:spPr>
          <a:xfrm>
            <a:off x="723600" y="470625"/>
            <a:ext cx="2078100" cy="9462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anks">
  <p:cSld name="CUSTOM_11_1_2_1">
    <p:spTree>
      <p:nvGrpSpPr>
        <p:cNvPr id="1" name="Shape 120"/>
        <p:cNvGrpSpPr/>
        <p:nvPr/>
      </p:nvGrpSpPr>
      <p:grpSpPr>
        <a:xfrm>
          <a:off x="0" y="0"/>
          <a:ext cx="0" cy="0"/>
          <a:chOff x="0" y="0"/>
          <a:chExt cx="0" cy="0"/>
        </a:xfrm>
      </p:grpSpPr>
      <p:sp>
        <p:nvSpPr>
          <p:cNvPr id="121" name="Google Shape;121;p20"/>
          <p:cNvSpPr txBox="1">
            <a:spLocks noGrp="1"/>
          </p:cNvSpPr>
          <p:nvPr>
            <p:ph type="title"/>
          </p:nvPr>
        </p:nvSpPr>
        <p:spPr>
          <a:xfrm>
            <a:off x="1676549" y="2123400"/>
            <a:ext cx="2847000" cy="8967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B7B7B7"/>
              </a:buClr>
              <a:buSzPts val="2800"/>
              <a:buNone/>
              <a:defRPr>
                <a:solidFill>
                  <a:srgbClr val="B7B7B7"/>
                </a:solidFill>
              </a:defRPr>
            </a:lvl1pPr>
            <a:lvl2pPr lvl="1" rtl="0">
              <a:spcBef>
                <a:spcPts val="0"/>
              </a:spcBef>
              <a:spcAft>
                <a:spcPts val="0"/>
              </a:spcAft>
              <a:buClr>
                <a:srgbClr val="B7B7B7"/>
              </a:buClr>
              <a:buSzPts val="2800"/>
              <a:buNone/>
              <a:defRPr>
                <a:solidFill>
                  <a:srgbClr val="B7B7B7"/>
                </a:solidFill>
              </a:defRPr>
            </a:lvl2pPr>
            <a:lvl3pPr lvl="2" rtl="0">
              <a:spcBef>
                <a:spcPts val="0"/>
              </a:spcBef>
              <a:spcAft>
                <a:spcPts val="0"/>
              </a:spcAft>
              <a:buClr>
                <a:srgbClr val="B7B7B7"/>
              </a:buClr>
              <a:buSzPts val="2800"/>
              <a:buNone/>
              <a:defRPr>
                <a:solidFill>
                  <a:srgbClr val="B7B7B7"/>
                </a:solidFill>
              </a:defRPr>
            </a:lvl3pPr>
            <a:lvl4pPr lvl="3" rtl="0">
              <a:spcBef>
                <a:spcPts val="0"/>
              </a:spcBef>
              <a:spcAft>
                <a:spcPts val="0"/>
              </a:spcAft>
              <a:buClr>
                <a:srgbClr val="B7B7B7"/>
              </a:buClr>
              <a:buSzPts val="2800"/>
              <a:buNone/>
              <a:defRPr>
                <a:solidFill>
                  <a:srgbClr val="B7B7B7"/>
                </a:solidFill>
              </a:defRPr>
            </a:lvl4pPr>
            <a:lvl5pPr lvl="4" rtl="0">
              <a:spcBef>
                <a:spcPts val="0"/>
              </a:spcBef>
              <a:spcAft>
                <a:spcPts val="0"/>
              </a:spcAft>
              <a:buClr>
                <a:srgbClr val="B7B7B7"/>
              </a:buClr>
              <a:buSzPts val="2800"/>
              <a:buNone/>
              <a:defRPr>
                <a:solidFill>
                  <a:srgbClr val="B7B7B7"/>
                </a:solidFill>
              </a:defRPr>
            </a:lvl5pPr>
            <a:lvl6pPr lvl="5" rtl="0">
              <a:spcBef>
                <a:spcPts val="0"/>
              </a:spcBef>
              <a:spcAft>
                <a:spcPts val="0"/>
              </a:spcAft>
              <a:buClr>
                <a:srgbClr val="B7B7B7"/>
              </a:buClr>
              <a:buSzPts val="2800"/>
              <a:buNone/>
              <a:defRPr>
                <a:solidFill>
                  <a:srgbClr val="B7B7B7"/>
                </a:solidFill>
              </a:defRPr>
            </a:lvl6pPr>
            <a:lvl7pPr lvl="6" rtl="0">
              <a:spcBef>
                <a:spcPts val="0"/>
              </a:spcBef>
              <a:spcAft>
                <a:spcPts val="0"/>
              </a:spcAft>
              <a:buClr>
                <a:srgbClr val="B7B7B7"/>
              </a:buClr>
              <a:buSzPts val="2800"/>
              <a:buNone/>
              <a:defRPr>
                <a:solidFill>
                  <a:srgbClr val="B7B7B7"/>
                </a:solidFill>
              </a:defRPr>
            </a:lvl7pPr>
            <a:lvl8pPr lvl="7" rtl="0">
              <a:spcBef>
                <a:spcPts val="0"/>
              </a:spcBef>
              <a:spcAft>
                <a:spcPts val="0"/>
              </a:spcAft>
              <a:buClr>
                <a:srgbClr val="B7B7B7"/>
              </a:buClr>
              <a:buSzPts val="2800"/>
              <a:buNone/>
              <a:defRPr>
                <a:solidFill>
                  <a:srgbClr val="B7B7B7"/>
                </a:solidFill>
              </a:defRPr>
            </a:lvl8pPr>
            <a:lvl9pPr lvl="8" rtl="0">
              <a:spcBef>
                <a:spcPts val="0"/>
              </a:spcBef>
              <a:spcAft>
                <a:spcPts val="0"/>
              </a:spcAft>
              <a:buClr>
                <a:srgbClr val="B7B7B7"/>
              </a:buClr>
              <a:buSzPts val="2800"/>
              <a:buNone/>
              <a:defRPr>
                <a:solidFill>
                  <a:srgbClr val="B7B7B7"/>
                </a:solidFill>
              </a:defRPr>
            </a:lvl9pPr>
          </a:lstStyle>
          <a:p>
            <a:endParaRPr/>
          </a:p>
        </p:txBody>
      </p:sp>
      <p:sp>
        <p:nvSpPr>
          <p:cNvPr id="122" name="Google Shape;122;p20"/>
          <p:cNvSpPr txBox="1">
            <a:spLocks noGrp="1"/>
          </p:cNvSpPr>
          <p:nvPr>
            <p:ph type="subTitle" idx="1"/>
          </p:nvPr>
        </p:nvSpPr>
        <p:spPr>
          <a:xfrm flipH="1">
            <a:off x="5020872" y="1986750"/>
            <a:ext cx="2631000" cy="1170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redits">
  <p:cSld name="CUSTOM_25">
    <p:spTree>
      <p:nvGrpSpPr>
        <p:cNvPr id="1" name="Shape 123"/>
        <p:cNvGrpSpPr/>
        <p:nvPr/>
      </p:nvGrpSpPr>
      <p:grpSpPr>
        <a:xfrm>
          <a:off x="0" y="0"/>
          <a:ext cx="0" cy="0"/>
          <a:chOff x="0" y="0"/>
          <a:chExt cx="0" cy="0"/>
        </a:xfrm>
      </p:grpSpPr>
      <p:sp>
        <p:nvSpPr>
          <p:cNvPr id="124" name="Google Shape;124;p21"/>
          <p:cNvSpPr txBox="1">
            <a:spLocks noGrp="1"/>
          </p:cNvSpPr>
          <p:nvPr>
            <p:ph type="body" idx="1"/>
          </p:nvPr>
        </p:nvSpPr>
        <p:spPr>
          <a:xfrm>
            <a:off x="642050" y="2134800"/>
            <a:ext cx="5308200" cy="14760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a:lvl1pPr>
            <a:lvl2pPr marL="914400" lvl="1" indent="-304800" rtl="0">
              <a:spcBef>
                <a:spcPts val="1600"/>
              </a:spcBef>
              <a:spcAft>
                <a:spcPts val="0"/>
              </a:spcAft>
              <a:buSzPts val="1200"/>
              <a:buChar char="○"/>
              <a:defRPr/>
            </a:lvl2pPr>
            <a:lvl3pPr marL="1371600" lvl="2" indent="-304800" rtl="0">
              <a:spcBef>
                <a:spcPts val="1600"/>
              </a:spcBef>
              <a:spcAft>
                <a:spcPts val="0"/>
              </a:spcAft>
              <a:buSzPts val="1200"/>
              <a:buChar char="■"/>
              <a:defRPr/>
            </a:lvl3pPr>
            <a:lvl4pPr marL="1828800" lvl="3" indent="-304800" rtl="0">
              <a:spcBef>
                <a:spcPts val="1600"/>
              </a:spcBef>
              <a:spcAft>
                <a:spcPts val="0"/>
              </a:spcAft>
              <a:buSzPts val="1200"/>
              <a:buChar char="●"/>
              <a:defRPr/>
            </a:lvl4pPr>
            <a:lvl5pPr marL="2286000" lvl="4" indent="-304800" rtl="0">
              <a:spcBef>
                <a:spcPts val="1600"/>
              </a:spcBef>
              <a:spcAft>
                <a:spcPts val="0"/>
              </a:spcAft>
              <a:buSzPts val="1200"/>
              <a:buChar char="○"/>
              <a:defRPr/>
            </a:lvl5pPr>
            <a:lvl6pPr marL="2743200" lvl="5" indent="-304800" rtl="0">
              <a:spcBef>
                <a:spcPts val="1600"/>
              </a:spcBef>
              <a:spcAft>
                <a:spcPts val="0"/>
              </a:spcAft>
              <a:buSzPts val="1200"/>
              <a:buChar char="■"/>
              <a:defRPr/>
            </a:lvl6pPr>
            <a:lvl7pPr marL="3200400" lvl="6" indent="-304800" rtl="0">
              <a:spcBef>
                <a:spcPts val="1600"/>
              </a:spcBef>
              <a:spcAft>
                <a:spcPts val="0"/>
              </a:spcAft>
              <a:buSzPts val="1200"/>
              <a:buChar char="●"/>
              <a:defRPr/>
            </a:lvl7pPr>
            <a:lvl8pPr marL="3657600" lvl="7" indent="-304800" rtl="0">
              <a:spcBef>
                <a:spcPts val="1600"/>
              </a:spcBef>
              <a:spcAft>
                <a:spcPts val="0"/>
              </a:spcAft>
              <a:buSzPts val="1200"/>
              <a:buChar char="○"/>
              <a:defRPr/>
            </a:lvl8pPr>
            <a:lvl9pPr marL="4114800" lvl="8" indent="-304800" rtl="0">
              <a:spcBef>
                <a:spcPts val="1600"/>
              </a:spcBef>
              <a:spcAft>
                <a:spcPts val="1600"/>
              </a:spcAft>
              <a:buSzPts val="1200"/>
              <a:buChar char="■"/>
              <a:defRPr/>
            </a:lvl9pPr>
          </a:lstStyle>
          <a:p>
            <a:endParaRPr/>
          </a:p>
        </p:txBody>
      </p:sp>
      <p:sp>
        <p:nvSpPr>
          <p:cNvPr id="125" name="Google Shape;125;p21"/>
          <p:cNvSpPr txBox="1">
            <a:spLocks noGrp="1"/>
          </p:cNvSpPr>
          <p:nvPr>
            <p:ph type="ctrTitle"/>
          </p:nvPr>
        </p:nvSpPr>
        <p:spPr>
          <a:xfrm>
            <a:off x="723600" y="470625"/>
            <a:ext cx="2078100" cy="9462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sources">
  <p:cSld name="CUSTOM_10">
    <p:spTree>
      <p:nvGrpSpPr>
        <p:cNvPr id="1" name="Shape 126"/>
        <p:cNvGrpSpPr/>
        <p:nvPr/>
      </p:nvGrpSpPr>
      <p:grpSpPr>
        <a:xfrm>
          <a:off x="0" y="0"/>
          <a:ext cx="0" cy="0"/>
          <a:chOff x="0" y="0"/>
          <a:chExt cx="0" cy="0"/>
        </a:xfrm>
      </p:grpSpPr>
      <p:sp>
        <p:nvSpPr>
          <p:cNvPr id="127" name="Google Shape;127;p22"/>
          <p:cNvSpPr txBox="1">
            <a:spLocks noGrp="1"/>
          </p:cNvSpPr>
          <p:nvPr>
            <p:ph type="body" idx="1"/>
          </p:nvPr>
        </p:nvSpPr>
        <p:spPr>
          <a:xfrm>
            <a:off x="642050" y="1830000"/>
            <a:ext cx="5308200" cy="14760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a:lvl1pPr>
            <a:lvl2pPr marL="914400" lvl="1" indent="-304800" rtl="0">
              <a:spcBef>
                <a:spcPts val="1600"/>
              </a:spcBef>
              <a:spcAft>
                <a:spcPts val="0"/>
              </a:spcAft>
              <a:buSzPts val="1200"/>
              <a:buChar char="○"/>
              <a:defRPr/>
            </a:lvl2pPr>
            <a:lvl3pPr marL="1371600" lvl="2" indent="-304800" rtl="0">
              <a:spcBef>
                <a:spcPts val="1600"/>
              </a:spcBef>
              <a:spcAft>
                <a:spcPts val="0"/>
              </a:spcAft>
              <a:buSzPts val="1200"/>
              <a:buChar char="■"/>
              <a:defRPr/>
            </a:lvl3pPr>
            <a:lvl4pPr marL="1828800" lvl="3" indent="-304800" rtl="0">
              <a:spcBef>
                <a:spcPts val="1600"/>
              </a:spcBef>
              <a:spcAft>
                <a:spcPts val="0"/>
              </a:spcAft>
              <a:buSzPts val="1200"/>
              <a:buChar char="●"/>
              <a:defRPr/>
            </a:lvl4pPr>
            <a:lvl5pPr marL="2286000" lvl="4" indent="-304800" rtl="0">
              <a:spcBef>
                <a:spcPts val="1600"/>
              </a:spcBef>
              <a:spcAft>
                <a:spcPts val="0"/>
              </a:spcAft>
              <a:buSzPts val="1200"/>
              <a:buChar char="○"/>
              <a:defRPr/>
            </a:lvl5pPr>
            <a:lvl6pPr marL="2743200" lvl="5" indent="-304800" rtl="0">
              <a:spcBef>
                <a:spcPts val="1600"/>
              </a:spcBef>
              <a:spcAft>
                <a:spcPts val="0"/>
              </a:spcAft>
              <a:buSzPts val="1200"/>
              <a:buChar char="■"/>
              <a:defRPr/>
            </a:lvl6pPr>
            <a:lvl7pPr marL="3200400" lvl="6" indent="-304800" rtl="0">
              <a:spcBef>
                <a:spcPts val="1600"/>
              </a:spcBef>
              <a:spcAft>
                <a:spcPts val="0"/>
              </a:spcAft>
              <a:buSzPts val="1200"/>
              <a:buChar char="●"/>
              <a:defRPr/>
            </a:lvl7pPr>
            <a:lvl8pPr marL="3657600" lvl="7" indent="-304800" rtl="0">
              <a:spcBef>
                <a:spcPts val="1600"/>
              </a:spcBef>
              <a:spcAft>
                <a:spcPts val="0"/>
              </a:spcAft>
              <a:buSzPts val="1200"/>
              <a:buChar char="○"/>
              <a:defRPr/>
            </a:lvl8pPr>
            <a:lvl9pPr marL="4114800" lvl="8" indent="-304800" rtl="0">
              <a:spcBef>
                <a:spcPts val="1600"/>
              </a:spcBef>
              <a:spcAft>
                <a:spcPts val="1600"/>
              </a:spcAft>
              <a:buSzPts val="1200"/>
              <a:buChar char="■"/>
              <a:defRPr/>
            </a:lvl9pPr>
          </a:lstStyle>
          <a:p>
            <a:endParaRPr/>
          </a:p>
        </p:txBody>
      </p:sp>
      <p:sp>
        <p:nvSpPr>
          <p:cNvPr id="128" name="Google Shape;128;p22"/>
          <p:cNvSpPr txBox="1">
            <a:spLocks noGrp="1"/>
          </p:cNvSpPr>
          <p:nvPr>
            <p:ph type="subTitle" idx="2"/>
          </p:nvPr>
        </p:nvSpPr>
        <p:spPr>
          <a:xfrm>
            <a:off x="723600" y="991050"/>
            <a:ext cx="3655800" cy="3936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1600"/>
              </a:spcBef>
              <a:spcAft>
                <a:spcPts val="0"/>
              </a:spcAft>
              <a:buNone/>
              <a:defRPr>
                <a:latin typeface="Open Sans"/>
                <a:ea typeface="Open Sans"/>
                <a:cs typeface="Open Sans"/>
                <a:sym typeface="Open Sans"/>
              </a:defRPr>
            </a:lvl2pPr>
            <a:lvl3pPr lvl="2" rtl="0">
              <a:spcBef>
                <a:spcPts val="1600"/>
              </a:spcBef>
              <a:spcAft>
                <a:spcPts val="0"/>
              </a:spcAft>
              <a:buNone/>
              <a:defRPr>
                <a:latin typeface="Open Sans"/>
                <a:ea typeface="Open Sans"/>
                <a:cs typeface="Open Sans"/>
                <a:sym typeface="Open Sans"/>
              </a:defRPr>
            </a:lvl3pPr>
            <a:lvl4pPr lvl="3" rtl="0">
              <a:spcBef>
                <a:spcPts val="1600"/>
              </a:spcBef>
              <a:spcAft>
                <a:spcPts val="0"/>
              </a:spcAft>
              <a:buNone/>
              <a:defRPr>
                <a:latin typeface="Open Sans"/>
                <a:ea typeface="Open Sans"/>
                <a:cs typeface="Open Sans"/>
                <a:sym typeface="Open Sans"/>
              </a:defRPr>
            </a:lvl4pPr>
            <a:lvl5pPr lvl="4" rtl="0">
              <a:spcBef>
                <a:spcPts val="1600"/>
              </a:spcBef>
              <a:spcAft>
                <a:spcPts val="0"/>
              </a:spcAft>
              <a:buNone/>
              <a:defRPr>
                <a:latin typeface="Open Sans"/>
                <a:ea typeface="Open Sans"/>
                <a:cs typeface="Open Sans"/>
                <a:sym typeface="Open Sans"/>
              </a:defRPr>
            </a:lvl5pPr>
            <a:lvl6pPr lvl="5" rtl="0">
              <a:spcBef>
                <a:spcPts val="1600"/>
              </a:spcBef>
              <a:spcAft>
                <a:spcPts val="0"/>
              </a:spcAft>
              <a:buNone/>
              <a:defRPr>
                <a:latin typeface="Open Sans"/>
                <a:ea typeface="Open Sans"/>
                <a:cs typeface="Open Sans"/>
                <a:sym typeface="Open Sans"/>
              </a:defRPr>
            </a:lvl6pPr>
            <a:lvl7pPr lvl="6" rtl="0">
              <a:spcBef>
                <a:spcPts val="1600"/>
              </a:spcBef>
              <a:spcAft>
                <a:spcPts val="0"/>
              </a:spcAft>
              <a:buNone/>
              <a:defRPr>
                <a:latin typeface="Open Sans"/>
                <a:ea typeface="Open Sans"/>
                <a:cs typeface="Open Sans"/>
                <a:sym typeface="Open Sans"/>
              </a:defRPr>
            </a:lvl7pPr>
            <a:lvl8pPr lvl="7" rtl="0">
              <a:spcBef>
                <a:spcPts val="1600"/>
              </a:spcBef>
              <a:spcAft>
                <a:spcPts val="0"/>
              </a:spcAft>
              <a:buNone/>
              <a:defRPr>
                <a:latin typeface="Open Sans"/>
                <a:ea typeface="Open Sans"/>
                <a:cs typeface="Open Sans"/>
                <a:sym typeface="Open Sans"/>
              </a:defRPr>
            </a:lvl8pPr>
            <a:lvl9pPr lvl="8" rtl="0">
              <a:spcBef>
                <a:spcPts val="1600"/>
              </a:spcBef>
              <a:spcAft>
                <a:spcPts val="1600"/>
              </a:spcAft>
              <a:buNone/>
              <a:defRPr>
                <a:latin typeface="Open Sans"/>
                <a:ea typeface="Open Sans"/>
                <a:cs typeface="Open Sans"/>
                <a:sym typeface="Open Sans"/>
              </a:defRPr>
            </a:lvl9pPr>
          </a:lstStyle>
          <a:p>
            <a:endParaRPr/>
          </a:p>
        </p:txBody>
      </p:sp>
      <p:sp>
        <p:nvSpPr>
          <p:cNvPr id="129" name="Google Shape;129;p22"/>
          <p:cNvSpPr txBox="1">
            <a:spLocks noGrp="1"/>
          </p:cNvSpPr>
          <p:nvPr>
            <p:ph type="ctrTitle"/>
          </p:nvPr>
        </p:nvSpPr>
        <p:spPr>
          <a:xfrm>
            <a:off x="723600" y="470625"/>
            <a:ext cx="2078100" cy="9462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p:cSld name="CUSTOM_26">
    <p:spTree>
      <p:nvGrpSpPr>
        <p:cNvPr id="1" name="Shape 130"/>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SLIDE">
  <p:cSld name="CUSTOM_27">
    <p:bg>
      <p:bgPr>
        <a:solidFill>
          <a:schemeClr val="lt1"/>
        </a:solidFill>
        <a:effectLst/>
      </p:bgPr>
    </p:bg>
    <p:spTree>
      <p:nvGrpSpPr>
        <p:cNvPr id="1" name="Shape 13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1pPr>
            <a:lvl2pPr lvl="1"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2pPr>
            <a:lvl3pPr lvl="2"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3pPr>
            <a:lvl4pPr lvl="3"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4pPr>
            <a:lvl5pPr lvl="4"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5pPr>
            <a:lvl6pPr lvl="5"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6pPr>
            <a:lvl7pPr lvl="6"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7pPr>
            <a:lvl8pPr lvl="7"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8pPr>
            <a:lvl9pPr lvl="8"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1pPr>
            <a:lvl2pPr marL="914400" lvl="1" indent="-3048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2pPr>
            <a:lvl3pPr marL="1371600" lvl="2" indent="-3048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3pPr>
            <a:lvl4pPr marL="1828800" lvl="3" indent="-3048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4pPr>
            <a:lvl5pPr marL="2286000" lvl="4" indent="-3048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5pPr>
            <a:lvl6pPr marL="2743200" lvl="5" indent="-3048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6pPr>
            <a:lvl7pPr marL="3200400" lvl="6" indent="-3048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7pPr>
            <a:lvl8pPr marL="3657600" lvl="7" indent="-3048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8pPr>
            <a:lvl9pPr marL="4114800" lvl="8" indent="-304800" rtl="0">
              <a:lnSpc>
                <a:spcPct val="115000"/>
              </a:lnSpc>
              <a:spcBef>
                <a:spcPts val="1600"/>
              </a:spcBef>
              <a:spcAft>
                <a:spcPts val="160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Krisha-12/cbc_pwa" TargetMode="External"/><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hyperlink" Target="https://drive.google.com/file/d/1meZbw2j7Sh6x6f7SBWvnJHsyFJv9IudM/view?usp=drive_link" TargetMode="External"/><Relationship Id="rId4" Type="http://schemas.openxmlformats.org/officeDocument/2006/relationships/hyperlink" Target="https://krisha-12.github.io/cbc_pwa/"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1.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5"/>
        <p:cNvGrpSpPr/>
        <p:nvPr/>
      </p:nvGrpSpPr>
      <p:grpSpPr>
        <a:xfrm>
          <a:off x="0" y="0"/>
          <a:ext cx="0" cy="0"/>
          <a:chOff x="0" y="0"/>
          <a:chExt cx="0" cy="0"/>
        </a:xfrm>
      </p:grpSpPr>
      <p:sp>
        <p:nvSpPr>
          <p:cNvPr id="136" name="Google Shape;136;p25"/>
          <p:cNvSpPr/>
          <p:nvPr/>
        </p:nvSpPr>
        <p:spPr>
          <a:xfrm rot="10800000">
            <a:off x="7782000" y="367900"/>
            <a:ext cx="952500" cy="826275"/>
          </a:xfrm>
          <a:custGeom>
            <a:avLst/>
            <a:gdLst/>
            <a:ahLst/>
            <a:cxnLst/>
            <a:rect l="l" t="t" r="r" b="b"/>
            <a:pathLst>
              <a:path w="38100" h="33051" extrusionOk="0">
                <a:moveTo>
                  <a:pt x="0" y="0"/>
                </a:moveTo>
                <a:lnTo>
                  <a:pt x="0" y="33051"/>
                </a:lnTo>
                <a:lnTo>
                  <a:pt x="38100" y="33051"/>
                </a:lnTo>
              </a:path>
            </a:pathLst>
          </a:custGeom>
          <a:noFill/>
          <a:ln w="9525" cap="flat" cmpd="sng">
            <a:solidFill>
              <a:srgbClr val="FFFFFF"/>
            </a:solidFill>
            <a:prstDash val="solid"/>
            <a:round/>
            <a:headEnd type="none" w="med" len="med"/>
            <a:tailEnd type="none" w="med" len="med"/>
          </a:ln>
        </p:spPr>
        <p:txBody>
          <a:bodyPr/>
          <a:lstStyle/>
          <a:p>
            <a:endParaRPr lang="en-IN"/>
          </a:p>
        </p:txBody>
      </p:sp>
      <p:sp>
        <p:nvSpPr>
          <p:cNvPr id="137" name="Google Shape;137;p25"/>
          <p:cNvSpPr/>
          <p:nvPr/>
        </p:nvSpPr>
        <p:spPr>
          <a:xfrm>
            <a:off x="381075" y="3949313"/>
            <a:ext cx="952500" cy="826275"/>
          </a:xfrm>
          <a:custGeom>
            <a:avLst/>
            <a:gdLst/>
            <a:ahLst/>
            <a:cxnLst/>
            <a:rect l="l" t="t" r="r" b="b"/>
            <a:pathLst>
              <a:path w="38100" h="33051" extrusionOk="0">
                <a:moveTo>
                  <a:pt x="0" y="0"/>
                </a:moveTo>
                <a:lnTo>
                  <a:pt x="0" y="33051"/>
                </a:lnTo>
                <a:lnTo>
                  <a:pt x="38100" y="33051"/>
                </a:lnTo>
              </a:path>
            </a:pathLst>
          </a:custGeom>
          <a:noFill/>
          <a:ln w="9525" cap="flat" cmpd="sng">
            <a:solidFill>
              <a:schemeClr val="lt1"/>
            </a:solidFill>
            <a:prstDash val="solid"/>
            <a:round/>
            <a:headEnd type="none" w="med" len="med"/>
            <a:tailEnd type="none" w="med" len="med"/>
          </a:ln>
        </p:spPr>
        <p:txBody>
          <a:bodyPr/>
          <a:lstStyle/>
          <a:p>
            <a:endParaRPr lang="en-IN"/>
          </a:p>
        </p:txBody>
      </p:sp>
      <p:sp>
        <p:nvSpPr>
          <p:cNvPr id="138" name="Google Shape;138;p25"/>
          <p:cNvSpPr txBox="1">
            <a:spLocks noGrp="1"/>
          </p:cNvSpPr>
          <p:nvPr>
            <p:ph type="subTitle" idx="1"/>
          </p:nvPr>
        </p:nvSpPr>
        <p:spPr>
          <a:xfrm>
            <a:off x="1615275" y="2429058"/>
            <a:ext cx="7329000" cy="1489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s" sz="1900">
                <a:solidFill>
                  <a:srgbClr val="FFFFFF"/>
                </a:solidFill>
              </a:rPr>
              <a:t>-By Krisha Chaitanyabhai Chodvadiya (12311204)</a:t>
            </a:r>
            <a:endParaRPr sz="1900">
              <a:solidFill>
                <a:srgbClr val="FFFFFF"/>
              </a:solidFill>
            </a:endParaRPr>
          </a:p>
        </p:txBody>
      </p:sp>
      <p:sp>
        <p:nvSpPr>
          <p:cNvPr id="139" name="Google Shape;139;p25"/>
          <p:cNvSpPr txBox="1">
            <a:spLocks noGrp="1"/>
          </p:cNvSpPr>
          <p:nvPr>
            <p:ph type="ctrTitle"/>
          </p:nvPr>
        </p:nvSpPr>
        <p:spPr>
          <a:xfrm>
            <a:off x="985400" y="1454225"/>
            <a:ext cx="6983700" cy="178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a:solidFill>
                  <a:schemeClr val="lt1"/>
                </a:solidFill>
              </a:rPr>
              <a:t> Cairns Bhutanese Community (CBC) Mobile Application</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pic>
        <p:nvPicPr>
          <p:cNvPr id="144" name="Google Shape;144;p26"/>
          <p:cNvPicPr preferRelativeResize="0"/>
          <p:nvPr/>
        </p:nvPicPr>
        <p:blipFill rotWithShape="1">
          <a:blip r:embed="rId3">
            <a:alphaModFix/>
          </a:blip>
          <a:srcRect t="1672" b="1663"/>
          <a:stretch/>
        </p:blipFill>
        <p:spPr>
          <a:xfrm>
            <a:off x="0" y="0"/>
            <a:ext cx="3073550" cy="5143500"/>
          </a:xfrm>
          <a:prstGeom prst="rect">
            <a:avLst/>
          </a:prstGeom>
          <a:noFill/>
          <a:ln>
            <a:noFill/>
          </a:ln>
        </p:spPr>
      </p:pic>
      <p:sp>
        <p:nvSpPr>
          <p:cNvPr id="145" name="Google Shape;145;p26"/>
          <p:cNvSpPr txBox="1">
            <a:spLocks noGrp="1"/>
          </p:cNvSpPr>
          <p:nvPr>
            <p:ph type="ctrTitle"/>
          </p:nvPr>
        </p:nvSpPr>
        <p:spPr>
          <a:xfrm>
            <a:off x="3870900" y="376498"/>
            <a:ext cx="3867300" cy="20541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s"/>
              <a:t>Introduction</a:t>
            </a:r>
            <a:endParaRPr sz="2800"/>
          </a:p>
        </p:txBody>
      </p:sp>
      <p:sp>
        <p:nvSpPr>
          <p:cNvPr id="146" name="Google Shape;146;p26"/>
          <p:cNvSpPr txBox="1">
            <a:spLocks noGrp="1"/>
          </p:cNvSpPr>
          <p:nvPr>
            <p:ph type="subTitle" idx="1"/>
          </p:nvPr>
        </p:nvSpPr>
        <p:spPr>
          <a:xfrm>
            <a:off x="4113828" y="2305025"/>
            <a:ext cx="3606000" cy="1784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
              <a:t>The Cairns Bhutanese Community (CBC) supports Bhutanese people in Cairns by creating and helping community connections, preserving Bhutanese/Nepali culture. The current website provides access to community information, membership as well as have a separate CBC form for requesting assets/items from the CBC community.</a:t>
            </a:r>
            <a:endParaRPr>
              <a:latin typeface="Open Sans Light"/>
              <a:ea typeface="Open Sans Light"/>
              <a:cs typeface="Open Sans Light"/>
              <a:sym typeface="Open Sans Light"/>
            </a:endParaRPr>
          </a:p>
        </p:txBody>
      </p:sp>
      <p:pic>
        <p:nvPicPr>
          <p:cNvPr id="147" name="Google Shape;147;p26"/>
          <p:cNvPicPr preferRelativeResize="0"/>
          <p:nvPr/>
        </p:nvPicPr>
        <p:blipFill>
          <a:blip r:embed="rId4">
            <a:alphaModFix/>
          </a:blip>
          <a:stretch>
            <a:fillRect/>
          </a:stretch>
        </p:blipFill>
        <p:spPr>
          <a:xfrm>
            <a:off x="652561" y="2020026"/>
            <a:ext cx="1768425" cy="1316400"/>
          </a:xfrm>
          <a:prstGeom prst="rect">
            <a:avLst/>
          </a:prstGeom>
          <a:noFill/>
          <a:ln w="9525" cap="flat" cmpd="sng">
            <a:solidFill>
              <a:schemeClr val="lt1"/>
            </a:solidFill>
            <a:prstDash val="solid"/>
            <a:round/>
            <a:headEnd type="none" w="sm" len="sm"/>
            <a:tailEnd type="none" w="sm" len="sm"/>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1"/>
        <p:cNvGrpSpPr/>
        <p:nvPr/>
      </p:nvGrpSpPr>
      <p:grpSpPr>
        <a:xfrm>
          <a:off x="0" y="0"/>
          <a:ext cx="0" cy="0"/>
          <a:chOff x="0" y="0"/>
          <a:chExt cx="0" cy="0"/>
        </a:xfrm>
      </p:grpSpPr>
      <p:sp>
        <p:nvSpPr>
          <p:cNvPr id="152" name="Google Shape;152;p27"/>
          <p:cNvSpPr txBox="1">
            <a:spLocks noGrp="1"/>
          </p:cNvSpPr>
          <p:nvPr>
            <p:ph type="ctrTitle" idx="6"/>
          </p:nvPr>
        </p:nvSpPr>
        <p:spPr>
          <a:xfrm>
            <a:off x="6974340" y="2337069"/>
            <a:ext cx="1444800"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s"/>
              <a:t>Privacy &amp;</a:t>
            </a:r>
            <a:endParaRPr/>
          </a:p>
          <a:p>
            <a:pPr marL="0" lvl="0" indent="0" algn="r" rtl="0">
              <a:spcBef>
                <a:spcPts val="0"/>
              </a:spcBef>
              <a:spcAft>
                <a:spcPts val="0"/>
              </a:spcAft>
              <a:buNone/>
            </a:pPr>
            <a:r>
              <a:rPr lang="es"/>
              <a:t>Ethics</a:t>
            </a:r>
            <a:endParaRPr/>
          </a:p>
        </p:txBody>
      </p:sp>
      <p:sp>
        <p:nvSpPr>
          <p:cNvPr id="153" name="Google Shape;153;p27"/>
          <p:cNvSpPr txBox="1">
            <a:spLocks noGrp="1"/>
          </p:cNvSpPr>
          <p:nvPr>
            <p:ph type="title" idx="8"/>
          </p:nvPr>
        </p:nvSpPr>
        <p:spPr>
          <a:xfrm>
            <a:off x="6665206" y="1620947"/>
            <a:ext cx="1753800" cy="577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s"/>
              <a:t>03</a:t>
            </a:r>
            <a:endParaRPr/>
          </a:p>
        </p:txBody>
      </p:sp>
      <p:sp>
        <p:nvSpPr>
          <p:cNvPr id="154" name="Google Shape;154;p27"/>
          <p:cNvSpPr txBox="1">
            <a:spLocks noGrp="1"/>
          </p:cNvSpPr>
          <p:nvPr>
            <p:ph type="ctrTitle" idx="21"/>
          </p:nvPr>
        </p:nvSpPr>
        <p:spPr>
          <a:xfrm>
            <a:off x="723600" y="470622"/>
            <a:ext cx="1753800"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solidFill>
                  <a:schemeClr val="dk1"/>
                </a:solidFill>
              </a:rPr>
              <a:t>T</a:t>
            </a:r>
            <a:r>
              <a:rPr lang="es"/>
              <a:t>able of Contents</a:t>
            </a:r>
            <a:endParaRPr/>
          </a:p>
        </p:txBody>
      </p:sp>
      <p:sp>
        <p:nvSpPr>
          <p:cNvPr id="155" name="Google Shape;155;p27"/>
          <p:cNvSpPr txBox="1">
            <a:spLocks noGrp="1"/>
          </p:cNvSpPr>
          <p:nvPr>
            <p:ph type="ctrTitle"/>
          </p:nvPr>
        </p:nvSpPr>
        <p:spPr>
          <a:xfrm>
            <a:off x="2116800" y="2205275"/>
            <a:ext cx="1938900" cy="571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s"/>
              <a:t>Persona</a:t>
            </a:r>
            <a:endParaRPr/>
          </a:p>
          <a:p>
            <a:pPr marL="0" lvl="0" indent="0" algn="r" rtl="0">
              <a:spcBef>
                <a:spcPts val="0"/>
              </a:spcBef>
              <a:spcAft>
                <a:spcPts val="0"/>
              </a:spcAft>
              <a:buNone/>
            </a:pPr>
            <a:r>
              <a:rPr lang="es"/>
              <a:t>Details</a:t>
            </a:r>
            <a:endParaRPr/>
          </a:p>
        </p:txBody>
      </p:sp>
      <p:sp>
        <p:nvSpPr>
          <p:cNvPr id="156" name="Google Shape;156;p27"/>
          <p:cNvSpPr txBox="1">
            <a:spLocks noGrp="1"/>
          </p:cNvSpPr>
          <p:nvPr>
            <p:ph type="title" idx="2"/>
          </p:nvPr>
        </p:nvSpPr>
        <p:spPr>
          <a:xfrm>
            <a:off x="2285884" y="1624335"/>
            <a:ext cx="1753800" cy="577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s"/>
              <a:t>01</a:t>
            </a:r>
            <a:endParaRPr/>
          </a:p>
        </p:txBody>
      </p:sp>
      <p:sp>
        <p:nvSpPr>
          <p:cNvPr id="157" name="Google Shape;157;p27"/>
          <p:cNvSpPr txBox="1">
            <a:spLocks noGrp="1"/>
          </p:cNvSpPr>
          <p:nvPr>
            <p:ph type="ctrTitle" idx="3"/>
          </p:nvPr>
        </p:nvSpPr>
        <p:spPr>
          <a:xfrm>
            <a:off x="3965788" y="2199025"/>
            <a:ext cx="2251800"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s"/>
              <a:t>System</a:t>
            </a:r>
            <a:endParaRPr/>
          </a:p>
          <a:p>
            <a:pPr marL="0" lvl="0" indent="0" algn="r" rtl="0">
              <a:spcBef>
                <a:spcPts val="0"/>
              </a:spcBef>
              <a:spcAft>
                <a:spcPts val="0"/>
              </a:spcAft>
              <a:buNone/>
            </a:pPr>
            <a:r>
              <a:rPr lang="es"/>
              <a:t>Design</a:t>
            </a:r>
            <a:endParaRPr/>
          </a:p>
        </p:txBody>
      </p:sp>
      <p:sp>
        <p:nvSpPr>
          <p:cNvPr id="158" name="Google Shape;158;p27"/>
          <p:cNvSpPr txBox="1">
            <a:spLocks noGrp="1"/>
          </p:cNvSpPr>
          <p:nvPr>
            <p:ph type="title" idx="5"/>
          </p:nvPr>
        </p:nvSpPr>
        <p:spPr>
          <a:xfrm>
            <a:off x="4483545" y="1620937"/>
            <a:ext cx="1753800" cy="577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s"/>
              <a:t>02</a:t>
            </a:r>
            <a:endParaRPr/>
          </a:p>
        </p:txBody>
      </p:sp>
      <p:sp>
        <p:nvSpPr>
          <p:cNvPr id="159" name="Google Shape;159;p27"/>
          <p:cNvSpPr txBox="1">
            <a:spLocks noGrp="1"/>
          </p:cNvSpPr>
          <p:nvPr>
            <p:ph type="ctrTitle" idx="9"/>
          </p:nvPr>
        </p:nvSpPr>
        <p:spPr>
          <a:xfrm>
            <a:off x="725626" y="3784901"/>
            <a:ext cx="11700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Usability</a:t>
            </a:r>
            <a:endParaRPr/>
          </a:p>
          <a:p>
            <a:pPr marL="0" lvl="0" indent="0" algn="l" rtl="0">
              <a:spcBef>
                <a:spcPts val="0"/>
              </a:spcBef>
              <a:spcAft>
                <a:spcPts val="0"/>
              </a:spcAft>
              <a:buNone/>
            </a:pPr>
            <a:r>
              <a:rPr lang="es"/>
              <a:t>Evaluation</a:t>
            </a:r>
            <a:endParaRPr/>
          </a:p>
        </p:txBody>
      </p:sp>
      <p:sp>
        <p:nvSpPr>
          <p:cNvPr id="160" name="Google Shape;160;p27"/>
          <p:cNvSpPr txBox="1">
            <a:spLocks noGrp="1"/>
          </p:cNvSpPr>
          <p:nvPr>
            <p:ph type="title" idx="14"/>
          </p:nvPr>
        </p:nvSpPr>
        <p:spPr>
          <a:xfrm>
            <a:off x="725637" y="3219993"/>
            <a:ext cx="17538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
              <a:t>04</a:t>
            </a:r>
            <a:endParaRPr/>
          </a:p>
        </p:txBody>
      </p:sp>
      <p:sp>
        <p:nvSpPr>
          <p:cNvPr id="161" name="Google Shape;161;p27"/>
          <p:cNvSpPr txBox="1">
            <a:spLocks noGrp="1"/>
          </p:cNvSpPr>
          <p:nvPr>
            <p:ph type="ctrTitle" idx="15"/>
          </p:nvPr>
        </p:nvSpPr>
        <p:spPr>
          <a:xfrm>
            <a:off x="2870600" y="3781500"/>
            <a:ext cx="13161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Usability</a:t>
            </a:r>
            <a:endParaRPr/>
          </a:p>
          <a:p>
            <a:pPr marL="0" lvl="0" indent="0" algn="l" rtl="0">
              <a:spcBef>
                <a:spcPts val="0"/>
              </a:spcBef>
              <a:spcAft>
                <a:spcPts val="0"/>
              </a:spcAft>
              <a:buNone/>
            </a:pPr>
            <a:r>
              <a:rPr lang="es"/>
              <a:t>Improvements</a:t>
            </a:r>
            <a:endParaRPr/>
          </a:p>
        </p:txBody>
      </p:sp>
      <p:sp>
        <p:nvSpPr>
          <p:cNvPr id="162" name="Google Shape;162;p27"/>
          <p:cNvSpPr txBox="1">
            <a:spLocks noGrp="1"/>
          </p:cNvSpPr>
          <p:nvPr>
            <p:ph type="title" idx="17"/>
          </p:nvPr>
        </p:nvSpPr>
        <p:spPr>
          <a:xfrm>
            <a:off x="2870612" y="3216594"/>
            <a:ext cx="17538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
              <a:t>05</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6"/>
        <p:cNvGrpSpPr/>
        <p:nvPr/>
      </p:nvGrpSpPr>
      <p:grpSpPr>
        <a:xfrm>
          <a:off x="0" y="0"/>
          <a:ext cx="0" cy="0"/>
          <a:chOff x="0" y="0"/>
          <a:chExt cx="0" cy="0"/>
        </a:xfrm>
      </p:grpSpPr>
      <p:sp>
        <p:nvSpPr>
          <p:cNvPr id="167" name="Google Shape;167;p28"/>
          <p:cNvSpPr txBox="1">
            <a:spLocks noGrp="1"/>
          </p:cNvSpPr>
          <p:nvPr>
            <p:ph type="ctrTitle"/>
          </p:nvPr>
        </p:nvSpPr>
        <p:spPr>
          <a:xfrm flipH="1">
            <a:off x="4101725" y="2243225"/>
            <a:ext cx="2755800" cy="192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solidFill>
                  <a:schemeClr val="lt1"/>
                </a:solidFill>
              </a:rPr>
              <a:t>Persona</a:t>
            </a:r>
            <a:endParaRPr>
              <a:solidFill>
                <a:schemeClr val="lt1"/>
              </a:solidFill>
            </a:endParaRPr>
          </a:p>
          <a:p>
            <a:pPr marL="0" lvl="0" indent="0" algn="l" rtl="0">
              <a:spcBef>
                <a:spcPts val="0"/>
              </a:spcBef>
              <a:spcAft>
                <a:spcPts val="0"/>
              </a:spcAft>
              <a:buNone/>
            </a:pPr>
            <a:r>
              <a:rPr lang="es">
                <a:solidFill>
                  <a:schemeClr val="lt1"/>
                </a:solidFill>
              </a:rPr>
              <a:t>Details</a:t>
            </a:r>
            <a:endParaRPr>
              <a:solidFill>
                <a:schemeClr val="lt1"/>
              </a:solidFill>
            </a:endParaRPr>
          </a:p>
        </p:txBody>
      </p:sp>
      <p:sp>
        <p:nvSpPr>
          <p:cNvPr id="168" name="Google Shape;168;p28"/>
          <p:cNvSpPr txBox="1">
            <a:spLocks noGrp="1"/>
          </p:cNvSpPr>
          <p:nvPr>
            <p:ph type="title" idx="2"/>
          </p:nvPr>
        </p:nvSpPr>
        <p:spPr>
          <a:xfrm flipH="1">
            <a:off x="-746050" y="2419325"/>
            <a:ext cx="4488300" cy="1622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s">
                <a:solidFill>
                  <a:schemeClr val="lt1"/>
                </a:solidFill>
              </a:rPr>
              <a:t>01</a:t>
            </a:r>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9"/>
          <p:cNvSpPr/>
          <p:nvPr/>
        </p:nvSpPr>
        <p:spPr>
          <a:xfrm flipH="1">
            <a:off x="0" y="0"/>
            <a:ext cx="9144000" cy="1479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9"/>
          <p:cNvSpPr txBox="1">
            <a:spLocks noGrp="1"/>
          </p:cNvSpPr>
          <p:nvPr>
            <p:ph type="title"/>
          </p:nvPr>
        </p:nvSpPr>
        <p:spPr>
          <a:xfrm flipH="1">
            <a:off x="100" y="57825"/>
            <a:ext cx="9144000" cy="132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Persona of a Frequent Community Event Organiser</a:t>
            </a:r>
            <a:endParaRPr>
              <a:solidFill>
                <a:schemeClr val="lt1"/>
              </a:solidFill>
            </a:endParaRPr>
          </a:p>
        </p:txBody>
      </p:sp>
      <p:sp>
        <p:nvSpPr>
          <p:cNvPr id="175" name="Google Shape;175;p29"/>
          <p:cNvSpPr txBox="1">
            <a:spLocks noGrp="1"/>
          </p:cNvSpPr>
          <p:nvPr>
            <p:ph type="subTitle" idx="1"/>
          </p:nvPr>
        </p:nvSpPr>
        <p:spPr>
          <a:xfrm>
            <a:off x="147800" y="1577425"/>
            <a:ext cx="8786700" cy="35661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 b="1">
                <a:latin typeface="Open Sans"/>
                <a:ea typeface="Open Sans"/>
                <a:cs typeface="Open Sans"/>
                <a:sym typeface="Open Sans"/>
              </a:rPr>
              <a:t>Basic Profile</a:t>
            </a:r>
            <a:endParaRPr b="1">
              <a:latin typeface="Open Sans"/>
              <a:ea typeface="Open Sans"/>
              <a:cs typeface="Open Sans"/>
              <a:sym typeface="Open Sans"/>
            </a:endParaRPr>
          </a:p>
          <a:p>
            <a:pPr marL="0" lvl="0" indent="0" algn="just" rtl="0">
              <a:spcBef>
                <a:spcPts val="0"/>
              </a:spcBef>
              <a:spcAft>
                <a:spcPts val="0"/>
              </a:spcAft>
              <a:buNone/>
            </a:pPr>
            <a:r>
              <a:rPr lang="es" i="1"/>
              <a:t>Name:</a:t>
            </a:r>
            <a:r>
              <a:rPr lang="es"/>
              <a:t> Sarah Mitchell</a:t>
            </a:r>
            <a:endParaRPr/>
          </a:p>
          <a:p>
            <a:pPr marL="0" lvl="0" indent="0" algn="just" rtl="0">
              <a:spcBef>
                <a:spcPts val="0"/>
              </a:spcBef>
              <a:spcAft>
                <a:spcPts val="0"/>
              </a:spcAft>
              <a:buNone/>
            </a:pPr>
            <a:r>
              <a:rPr lang="es" i="1"/>
              <a:t>Age:</a:t>
            </a:r>
            <a:r>
              <a:rPr lang="es"/>
              <a:t> 24</a:t>
            </a:r>
            <a:endParaRPr/>
          </a:p>
          <a:p>
            <a:pPr marL="0" lvl="0" indent="0" algn="just" rtl="0">
              <a:spcBef>
                <a:spcPts val="0"/>
              </a:spcBef>
              <a:spcAft>
                <a:spcPts val="0"/>
              </a:spcAft>
              <a:buNone/>
            </a:pPr>
            <a:r>
              <a:rPr lang="es" i="1"/>
              <a:t>Role:</a:t>
            </a:r>
            <a:r>
              <a:rPr lang="es"/>
              <a:t> Community Event Organiser</a:t>
            </a:r>
            <a:endParaRPr/>
          </a:p>
          <a:p>
            <a:pPr marL="0" lvl="0" indent="0" algn="just" rtl="0">
              <a:spcBef>
                <a:spcPts val="0"/>
              </a:spcBef>
              <a:spcAft>
                <a:spcPts val="0"/>
              </a:spcAft>
              <a:buNone/>
            </a:pPr>
            <a:r>
              <a:rPr lang="es" i="1"/>
              <a:t>Frequency:</a:t>
            </a:r>
            <a:r>
              <a:rPr lang="es"/>
              <a:t> 2-4 times per month</a:t>
            </a:r>
            <a:endParaRPr/>
          </a:p>
          <a:p>
            <a:pPr marL="0" lvl="0" indent="0" algn="just" rtl="0">
              <a:spcBef>
                <a:spcPts val="0"/>
              </a:spcBef>
              <a:spcAft>
                <a:spcPts val="0"/>
              </a:spcAft>
              <a:buNone/>
            </a:pPr>
            <a:r>
              <a:rPr lang="es" i="1"/>
              <a:t>Digital Confidence:</a:t>
            </a:r>
            <a:r>
              <a:rPr lang="es"/>
              <a:t> Comfortable using mobile application and online services</a:t>
            </a:r>
            <a:endParaRPr/>
          </a:p>
          <a:p>
            <a:pPr marL="0" lvl="0" indent="0" algn="just" rtl="0">
              <a:spcBef>
                <a:spcPts val="0"/>
              </a:spcBef>
              <a:spcAft>
                <a:spcPts val="0"/>
              </a:spcAft>
              <a:buNone/>
            </a:pPr>
            <a:endParaRPr/>
          </a:p>
          <a:p>
            <a:pPr marL="0" lvl="0" indent="0" algn="just" rtl="0">
              <a:spcBef>
                <a:spcPts val="0"/>
              </a:spcBef>
              <a:spcAft>
                <a:spcPts val="0"/>
              </a:spcAft>
              <a:buNone/>
            </a:pPr>
            <a:r>
              <a:rPr lang="es" b="1">
                <a:latin typeface="Open Sans"/>
                <a:ea typeface="Open Sans"/>
                <a:cs typeface="Open Sans"/>
                <a:sym typeface="Open Sans"/>
              </a:rPr>
              <a:t>About Sarah</a:t>
            </a:r>
            <a:endParaRPr b="1">
              <a:latin typeface="Open Sans"/>
              <a:ea typeface="Open Sans"/>
              <a:cs typeface="Open Sans"/>
              <a:sym typeface="Open Sans"/>
            </a:endParaRPr>
          </a:p>
          <a:p>
            <a:pPr marL="0" lvl="0" indent="0" algn="just" rtl="0">
              <a:spcBef>
                <a:spcPts val="0"/>
              </a:spcBef>
              <a:spcAft>
                <a:spcPts val="0"/>
              </a:spcAft>
              <a:buNone/>
            </a:pPr>
            <a:r>
              <a:rPr lang="es"/>
              <a:t>Personas provide designers with different representation of a target user group and can help communicate user needs throughout the design process (</a:t>
            </a:r>
            <a:r>
              <a:rPr lang="es" b="1">
                <a:latin typeface="Open Sans"/>
                <a:ea typeface="Open Sans"/>
                <a:cs typeface="Open Sans"/>
                <a:sym typeface="Open Sans"/>
              </a:rPr>
              <a:t>Miaskiewicz &amp; Kozar, 2011</a:t>
            </a:r>
            <a:r>
              <a:rPr lang="es"/>
              <a:t>). In this project, Sarah represents community event organiser who organises workshops, community meetings and small events at CBC. As part of her role, she frequently needs to request equipments. As she organises events in regular intervals, she often needs to provide same contact information and request similar assets multiple times.</a:t>
            </a:r>
            <a:endParaRPr/>
          </a:p>
          <a:p>
            <a:pPr marL="0" lvl="0" indent="0" algn="just" rtl="0">
              <a:spcBef>
                <a:spcPts val="0"/>
              </a:spcBef>
              <a:spcAft>
                <a:spcPts val="0"/>
              </a:spcAft>
              <a:buNone/>
            </a:pPr>
            <a:endParaRPr/>
          </a:p>
          <a:p>
            <a:pPr marL="0" lvl="0" indent="0" algn="just" rtl="0">
              <a:spcBef>
                <a:spcPts val="0"/>
              </a:spcBef>
              <a:spcAft>
                <a:spcPts val="0"/>
              </a:spcAft>
              <a:buNone/>
            </a:pPr>
            <a:r>
              <a:rPr lang="es" b="1">
                <a:latin typeface="Open Sans"/>
                <a:ea typeface="Open Sans"/>
                <a:cs typeface="Open Sans"/>
                <a:sym typeface="Open Sans"/>
              </a:rPr>
              <a:t>Goals</a:t>
            </a:r>
            <a:endParaRPr b="1">
              <a:latin typeface="Open Sans"/>
              <a:ea typeface="Open Sans"/>
              <a:cs typeface="Open Sans"/>
              <a:sym typeface="Open Sans"/>
            </a:endParaRPr>
          </a:p>
          <a:p>
            <a:pPr marL="457200" lvl="0" indent="-298450" algn="just" rtl="0">
              <a:spcBef>
                <a:spcPts val="0"/>
              </a:spcBef>
              <a:spcAft>
                <a:spcPts val="0"/>
              </a:spcAft>
              <a:buSzPts val="1100"/>
              <a:buChar char="-"/>
            </a:pPr>
            <a:r>
              <a:rPr lang="es"/>
              <a:t>Organise community events smoothly with minimal admin efforts.</a:t>
            </a:r>
            <a:endParaRPr/>
          </a:p>
          <a:p>
            <a:pPr marL="457200" lvl="0" indent="-298450" algn="just" rtl="0">
              <a:spcBef>
                <a:spcPts val="0"/>
              </a:spcBef>
              <a:spcAft>
                <a:spcPts val="0"/>
              </a:spcAft>
              <a:buSzPts val="1100"/>
              <a:buChar char="-"/>
            </a:pPr>
            <a:r>
              <a:rPr lang="es"/>
              <a:t>Quickly find which assets are available on selected date and time.</a:t>
            </a:r>
            <a:endParaRPr/>
          </a:p>
          <a:p>
            <a:pPr marL="457200" lvl="0" indent="-298450" algn="just" rtl="0">
              <a:spcBef>
                <a:spcPts val="0"/>
              </a:spcBef>
              <a:spcAft>
                <a:spcPts val="0"/>
              </a:spcAft>
              <a:buSzPts val="1100"/>
              <a:buChar char="-"/>
            </a:pPr>
            <a:r>
              <a:rPr lang="es"/>
              <a:t>Request the required assets without filling out repetitive forms.</a:t>
            </a:r>
            <a:endParaRPr/>
          </a:p>
          <a:p>
            <a:pPr marL="457200" lvl="0" indent="-298450" algn="just" rtl="0">
              <a:spcBef>
                <a:spcPts val="0"/>
              </a:spcBef>
              <a:spcAft>
                <a:spcPts val="0"/>
              </a:spcAft>
              <a:buSzPts val="1100"/>
              <a:buChar char="-"/>
            </a:pPr>
            <a:r>
              <a:rPr lang="es"/>
              <a:t>Track the progress of submitted requests to handle delays properly before the events.</a:t>
            </a:r>
            <a:endParaRPr/>
          </a:p>
          <a:p>
            <a:pPr marL="457200" lvl="0" indent="-298450" algn="just" rtl="0">
              <a:spcBef>
                <a:spcPts val="0"/>
              </a:spcBef>
              <a:spcAft>
                <a:spcPts val="0"/>
              </a:spcAft>
              <a:buSzPts val="1100"/>
              <a:buChar char="-"/>
            </a:pPr>
            <a:r>
              <a:rPr lang="es"/>
              <a:t>Keep a record of past requests.</a:t>
            </a:r>
            <a:endParaRPr/>
          </a:p>
          <a:p>
            <a:pPr marL="457200" lvl="0" indent="-298450" algn="just" rtl="0">
              <a:spcBef>
                <a:spcPts val="0"/>
              </a:spcBef>
              <a:spcAft>
                <a:spcPts val="0"/>
              </a:spcAft>
              <a:buSzPts val="1100"/>
              <a:buChar char="-"/>
            </a:pPr>
            <a:r>
              <a:rPr lang="es"/>
              <a:t>Spend more time organising the event rather than managing administrative tasks.</a:t>
            </a:r>
            <a:endParaRPr/>
          </a:p>
          <a:p>
            <a:pPr marL="0" lvl="0" indent="0" algn="just"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0"/>
          <p:cNvSpPr/>
          <p:nvPr/>
        </p:nvSpPr>
        <p:spPr>
          <a:xfrm flipH="1">
            <a:off x="0" y="0"/>
            <a:ext cx="9144000" cy="1479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0"/>
          <p:cNvSpPr txBox="1">
            <a:spLocks noGrp="1"/>
          </p:cNvSpPr>
          <p:nvPr>
            <p:ph type="title"/>
          </p:nvPr>
        </p:nvSpPr>
        <p:spPr>
          <a:xfrm flipH="1">
            <a:off x="100" y="57825"/>
            <a:ext cx="9144000" cy="132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Persona of a Frequent Community Event Organiser</a:t>
            </a:r>
            <a:endParaRPr>
              <a:solidFill>
                <a:schemeClr val="lt1"/>
              </a:solidFill>
            </a:endParaRPr>
          </a:p>
        </p:txBody>
      </p:sp>
      <p:sp>
        <p:nvSpPr>
          <p:cNvPr id="182" name="Google Shape;182;p30"/>
          <p:cNvSpPr txBox="1">
            <a:spLocks noGrp="1"/>
          </p:cNvSpPr>
          <p:nvPr>
            <p:ph type="subTitle" idx="1"/>
          </p:nvPr>
        </p:nvSpPr>
        <p:spPr>
          <a:xfrm>
            <a:off x="147800" y="1577425"/>
            <a:ext cx="8786700" cy="35661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 b="1">
                <a:latin typeface="Open Sans"/>
                <a:ea typeface="Open Sans"/>
                <a:cs typeface="Open Sans"/>
                <a:sym typeface="Open Sans"/>
              </a:rPr>
              <a:t>Motivation</a:t>
            </a:r>
            <a:endParaRPr b="1">
              <a:latin typeface="Open Sans"/>
              <a:ea typeface="Open Sans"/>
              <a:cs typeface="Open Sans"/>
              <a:sym typeface="Open Sans"/>
            </a:endParaRPr>
          </a:p>
          <a:p>
            <a:pPr marL="0" lvl="0" indent="0" algn="just" rtl="0">
              <a:spcBef>
                <a:spcPts val="0"/>
              </a:spcBef>
              <a:spcAft>
                <a:spcPts val="0"/>
              </a:spcAft>
              <a:buNone/>
            </a:pPr>
            <a:endParaRPr b="1">
              <a:latin typeface="Open Sans"/>
              <a:ea typeface="Open Sans"/>
              <a:cs typeface="Open Sans"/>
              <a:sym typeface="Open Sans"/>
            </a:endParaRPr>
          </a:p>
          <a:p>
            <a:pPr marL="457200" lvl="0" indent="-298450" algn="just" rtl="0">
              <a:spcBef>
                <a:spcPts val="0"/>
              </a:spcBef>
              <a:spcAft>
                <a:spcPts val="0"/>
              </a:spcAft>
              <a:buSzPts val="1100"/>
              <a:buChar char="-"/>
            </a:pPr>
            <a:r>
              <a:rPr lang="es"/>
              <a:t>Sarah wants the asset request process to be quick, predictable and transparent so that she can focus on organising successful community events.</a:t>
            </a:r>
            <a:endParaRPr/>
          </a:p>
          <a:p>
            <a:pPr marL="457200" lvl="0" indent="0" algn="just" rtl="0">
              <a:spcBef>
                <a:spcPts val="0"/>
              </a:spcBef>
              <a:spcAft>
                <a:spcPts val="0"/>
              </a:spcAft>
              <a:buNone/>
            </a:pPr>
            <a:endParaRPr/>
          </a:p>
          <a:p>
            <a:pPr marL="0" lvl="0" indent="0" algn="just" rtl="0">
              <a:spcBef>
                <a:spcPts val="0"/>
              </a:spcBef>
              <a:spcAft>
                <a:spcPts val="0"/>
              </a:spcAft>
              <a:buNone/>
            </a:pPr>
            <a:r>
              <a:rPr lang="es" b="1">
                <a:latin typeface="Open Sans"/>
                <a:ea typeface="Open Sans"/>
                <a:cs typeface="Open Sans"/>
                <a:sym typeface="Open Sans"/>
              </a:rPr>
              <a:t>Frustrations/ Pain Points</a:t>
            </a:r>
            <a:endParaRPr b="1">
              <a:latin typeface="Open Sans"/>
              <a:ea typeface="Open Sans"/>
              <a:cs typeface="Open Sans"/>
              <a:sym typeface="Open Sans"/>
            </a:endParaRPr>
          </a:p>
          <a:p>
            <a:pPr marL="0" lvl="0" indent="0" algn="just" rtl="0">
              <a:spcBef>
                <a:spcPts val="0"/>
              </a:spcBef>
              <a:spcAft>
                <a:spcPts val="0"/>
              </a:spcAft>
              <a:buNone/>
            </a:pPr>
            <a:endParaRPr b="1">
              <a:latin typeface="Open Sans"/>
              <a:ea typeface="Open Sans"/>
              <a:cs typeface="Open Sans"/>
              <a:sym typeface="Open Sans"/>
            </a:endParaRPr>
          </a:p>
          <a:p>
            <a:pPr marL="457200" lvl="0" indent="-298450" algn="just" rtl="0">
              <a:spcBef>
                <a:spcPts val="0"/>
              </a:spcBef>
              <a:spcAft>
                <a:spcPts val="0"/>
              </a:spcAft>
              <a:buSzPts val="1100"/>
              <a:buAutoNum type="arabicPeriod"/>
            </a:pPr>
            <a:r>
              <a:rPr lang="es"/>
              <a:t>Lack of asset visibility</a:t>
            </a:r>
            <a:endParaRPr/>
          </a:p>
          <a:p>
            <a:pPr marL="1371600" lvl="0" indent="0" algn="just" rtl="0">
              <a:spcBef>
                <a:spcPts val="0"/>
              </a:spcBef>
              <a:spcAft>
                <a:spcPts val="0"/>
              </a:spcAft>
              <a:buNone/>
            </a:pPr>
            <a:r>
              <a:rPr lang="es"/>
              <a:t>Sarah does not know which assets are currently available before submitting a request.</a:t>
            </a:r>
            <a:endParaRPr/>
          </a:p>
          <a:p>
            <a:pPr marL="1371600" lvl="0" indent="0" algn="just" rtl="0">
              <a:spcBef>
                <a:spcPts val="0"/>
              </a:spcBef>
              <a:spcAft>
                <a:spcPts val="0"/>
              </a:spcAft>
              <a:buNone/>
            </a:pPr>
            <a:endParaRPr/>
          </a:p>
          <a:p>
            <a:pPr marL="457200" lvl="0" indent="-298450" algn="just" rtl="0">
              <a:spcBef>
                <a:spcPts val="0"/>
              </a:spcBef>
              <a:spcAft>
                <a:spcPts val="0"/>
              </a:spcAft>
              <a:buSzPts val="1100"/>
              <a:buAutoNum type="arabicPeriod"/>
            </a:pPr>
            <a:r>
              <a:rPr lang="es"/>
              <a:t>Repetitive form filling</a:t>
            </a:r>
            <a:endParaRPr/>
          </a:p>
          <a:p>
            <a:pPr marL="914400" lvl="0" indent="0" algn="just" rtl="0">
              <a:spcBef>
                <a:spcPts val="0"/>
              </a:spcBef>
              <a:spcAft>
                <a:spcPts val="0"/>
              </a:spcAft>
              <a:buNone/>
            </a:pPr>
            <a:r>
              <a:rPr lang="es"/>
              <a:t>	Sarah frequently requests assets but has to enter the same contact information each time.</a:t>
            </a:r>
            <a:endParaRPr/>
          </a:p>
          <a:p>
            <a:pPr marL="914400" lvl="0" indent="0" algn="just" rtl="0">
              <a:spcBef>
                <a:spcPts val="0"/>
              </a:spcBef>
              <a:spcAft>
                <a:spcPts val="0"/>
              </a:spcAft>
              <a:buNone/>
            </a:pPr>
            <a:endParaRPr/>
          </a:p>
          <a:p>
            <a:pPr marL="457200" lvl="0" indent="-298450" algn="just" rtl="0">
              <a:spcBef>
                <a:spcPts val="0"/>
              </a:spcBef>
              <a:spcAft>
                <a:spcPts val="0"/>
              </a:spcAft>
              <a:buSzPts val="1100"/>
              <a:buAutoNum type="arabicPeriod"/>
            </a:pPr>
            <a:r>
              <a:rPr lang="es"/>
              <a:t>Uncertainty after submitting a request</a:t>
            </a:r>
            <a:endParaRPr/>
          </a:p>
          <a:p>
            <a:pPr marL="914400" lvl="0" indent="0" algn="just" rtl="0">
              <a:spcBef>
                <a:spcPts val="0"/>
              </a:spcBef>
              <a:spcAft>
                <a:spcPts val="0"/>
              </a:spcAft>
              <a:buNone/>
            </a:pPr>
            <a:r>
              <a:rPr lang="es"/>
              <a:t>	She can not easily see what is happening with her request post submission.</a:t>
            </a:r>
            <a:endParaRPr/>
          </a:p>
          <a:p>
            <a:pPr marL="914400" lvl="0" indent="0" algn="just" rtl="0">
              <a:spcBef>
                <a:spcPts val="0"/>
              </a:spcBef>
              <a:spcAft>
                <a:spcPts val="0"/>
              </a:spcAft>
              <a:buNone/>
            </a:pPr>
            <a:endParaRPr/>
          </a:p>
          <a:p>
            <a:pPr marL="457200" lvl="0" indent="-298450" algn="just" rtl="0">
              <a:spcBef>
                <a:spcPts val="0"/>
              </a:spcBef>
              <a:spcAft>
                <a:spcPts val="0"/>
              </a:spcAft>
              <a:buSzPts val="1100"/>
              <a:buAutoNum type="arabicPeriod"/>
            </a:pPr>
            <a:r>
              <a:rPr lang="es"/>
              <a:t>Dependency on the admin office and Time pressure</a:t>
            </a:r>
            <a:endParaRPr/>
          </a:p>
          <a:p>
            <a:pPr marL="1371600" lvl="0" indent="0" algn="just" rtl="0">
              <a:spcBef>
                <a:spcPts val="0"/>
              </a:spcBef>
              <a:spcAft>
                <a:spcPts val="0"/>
              </a:spcAft>
              <a:buNone/>
            </a:pPr>
            <a:r>
              <a:rPr lang="es"/>
              <a:t>She has to contact the admin office to get updates about her request and if a delay is there for an equipment then that can affect her event planning.</a:t>
            </a:r>
            <a:endParaRPr/>
          </a:p>
          <a:p>
            <a:pPr marL="914400" lvl="0" indent="0" algn="just" rtl="0">
              <a:spcBef>
                <a:spcPts val="0"/>
              </a:spcBef>
              <a:spcAft>
                <a:spcPts val="0"/>
              </a:spcAft>
              <a:buNone/>
            </a:pPr>
            <a:endParaRPr/>
          </a:p>
          <a:p>
            <a:pPr marL="914400" lvl="0" indent="0" algn="just" rtl="0">
              <a:spcBef>
                <a:spcPts val="0"/>
              </a:spcBef>
              <a:spcAft>
                <a:spcPts val="0"/>
              </a:spcAft>
              <a:buNone/>
            </a:pPr>
            <a:endParaRPr/>
          </a:p>
          <a:p>
            <a:pPr marL="1371600" lvl="0" indent="0" algn="just" rtl="0">
              <a:spcBef>
                <a:spcPts val="0"/>
              </a:spcBef>
              <a:spcAft>
                <a:spcPts val="0"/>
              </a:spcAft>
              <a:buNone/>
            </a:pPr>
            <a:endParaRPr/>
          </a:p>
          <a:p>
            <a:pPr marL="0" lvl="0" indent="0" algn="just"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1"/>
          <p:cNvSpPr/>
          <p:nvPr/>
        </p:nvSpPr>
        <p:spPr>
          <a:xfrm flipH="1">
            <a:off x="0" y="0"/>
            <a:ext cx="9144000" cy="1479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1"/>
          <p:cNvSpPr txBox="1">
            <a:spLocks noGrp="1"/>
          </p:cNvSpPr>
          <p:nvPr>
            <p:ph type="title"/>
          </p:nvPr>
        </p:nvSpPr>
        <p:spPr>
          <a:xfrm flipH="1">
            <a:off x="100" y="57825"/>
            <a:ext cx="9144000" cy="132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Persona of a Frequent Community Event Organiser</a:t>
            </a:r>
            <a:endParaRPr>
              <a:solidFill>
                <a:schemeClr val="lt1"/>
              </a:solidFill>
            </a:endParaRPr>
          </a:p>
        </p:txBody>
      </p:sp>
      <p:sp>
        <p:nvSpPr>
          <p:cNvPr id="189" name="Google Shape;189;p31"/>
          <p:cNvSpPr txBox="1">
            <a:spLocks noGrp="1"/>
          </p:cNvSpPr>
          <p:nvPr>
            <p:ph type="subTitle" idx="1"/>
          </p:nvPr>
        </p:nvSpPr>
        <p:spPr>
          <a:xfrm>
            <a:off x="147800" y="1577425"/>
            <a:ext cx="8786700" cy="35661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 b="1">
                <a:latin typeface="Open Sans"/>
                <a:ea typeface="Open Sans"/>
                <a:cs typeface="Open Sans"/>
                <a:sym typeface="Open Sans"/>
              </a:rPr>
              <a:t>Relevant behaviours</a:t>
            </a:r>
            <a:endParaRPr b="1">
              <a:latin typeface="Open Sans"/>
              <a:ea typeface="Open Sans"/>
              <a:cs typeface="Open Sans"/>
              <a:sym typeface="Open Sans"/>
            </a:endParaRPr>
          </a:p>
          <a:p>
            <a:pPr marL="0" lvl="0" indent="0" algn="just" rtl="0">
              <a:spcBef>
                <a:spcPts val="0"/>
              </a:spcBef>
              <a:spcAft>
                <a:spcPts val="0"/>
              </a:spcAft>
              <a:buNone/>
            </a:pPr>
            <a:endParaRPr b="1">
              <a:latin typeface="Open Sans"/>
              <a:ea typeface="Open Sans"/>
              <a:cs typeface="Open Sans"/>
              <a:sym typeface="Open Sans"/>
            </a:endParaRPr>
          </a:p>
          <a:p>
            <a:pPr marL="457200" lvl="0" indent="-298450" algn="just" rtl="0">
              <a:spcBef>
                <a:spcPts val="0"/>
              </a:spcBef>
              <a:spcAft>
                <a:spcPts val="0"/>
              </a:spcAft>
              <a:buSzPts val="1100"/>
              <a:buChar char="-"/>
            </a:pPr>
            <a:r>
              <a:rPr lang="es"/>
              <a:t>Uses her smartphone frequently for planning and communication</a:t>
            </a:r>
            <a:endParaRPr/>
          </a:p>
          <a:p>
            <a:pPr marL="457200" lvl="0" indent="-298450" algn="just" rtl="0">
              <a:spcBef>
                <a:spcPts val="0"/>
              </a:spcBef>
              <a:spcAft>
                <a:spcPts val="0"/>
              </a:spcAft>
              <a:buSzPts val="1100"/>
              <a:buChar char="-"/>
            </a:pPr>
            <a:r>
              <a:rPr lang="es"/>
              <a:t>Usually plans the events several days or weeks in advance.</a:t>
            </a:r>
            <a:endParaRPr/>
          </a:p>
          <a:p>
            <a:pPr marL="457200" lvl="0" indent="-298450" algn="just" rtl="0">
              <a:spcBef>
                <a:spcPts val="0"/>
              </a:spcBef>
              <a:spcAft>
                <a:spcPts val="0"/>
              </a:spcAft>
              <a:buSzPts val="1100"/>
              <a:buChar char="-"/>
            </a:pPr>
            <a:r>
              <a:rPr lang="es"/>
              <a:t>Requests multiple assets for a single event.</a:t>
            </a:r>
            <a:endParaRPr/>
          </a:p>
          <a:p>
            <a:pPr marL="457200" lvl="0" indent="-298450" algn="just" rtl="0">
              <a:spcBef>
                <a:spcPts val="0"/>
              </a:spcBef>
              <a:spcAft>
                <a:spcPts val="0"/>
              </a:spcAft>
              <a:buSzPts val="1100"/>
              <a:buChar char="-"/>
            </a:pPr>
            <a:r>
              <a:rPr lang="es"/>
              <a:t>Frequently requests the similar type of equipment.</a:t>
            </a:r>
            <a:endParaRPr/>
          </a:p>
          <a:p>
            <a:pPr marL="457200" lvl="0" indent="-298450" algn="just" rtl="0">
              <a:spcBef>
                <a:spcPts val="0"/>
              </a:spcBef>
              <a:spcAft>
                <a:spcPts val="0"/>
              </a:spcAft>
              <a:buSzPts val="1100"/>
              <a:buChar char="-"/>
            </a:pPr>
            <a:r>
              <a:rPr lang="es"/>
              <a:t>Prefers a quick call confirming the equipment availability.</a:t>
            </a:r>
            <a:endParaRPr/>
          </a:p>
          <a:p>
            <a:pPr marL="457200" lvl="0" indent="-298450" algn="just" rtl="0">
              <a:spcBef>
                <a:spcPts val="0"/>
              </a:spcBef>
              <a:spcAft>
                <a:spcPts val="0"/>
              </a:spcAft>
              <a:buSzPts val="1100"/>
              <a:buChar char="-"/>
            </a:pPr>
            <a:r>
              <a:rPr lang="es"/>
              <a:t>Checks the status of important requests as the event date approaches.</a:t>
            </a:r>
            <a:endParaRPr/>
          </a:p>
          <a:p>
            <a:pPr marL="457200" lvl="0" indent="0" algn="just" rtl="0">
              <a:spcBef>
                <a:spcPts val="0"/>
              </a:spcBef>
              <a:spcAft>
                <a:spcPts val="0"/>
              </a:spcAft>
              <a:buNone/>
            </a:pPr>
            <a:endParaRPr/>
          </a:p>
          <a:p>
            <a:pPr marL="0" lvl="0" indent="0" algn="just" rtl="0">
              <a:spcBef>
                <a:spcPts val="0"/>
              </a:spcBef>
              <a:spcAft>
                <a:spcPts val="0"/>
              </a:spcAft>
              <a:buNone/>
            </a:pPr>
            <a:r>
              <a:rPr lang="es" b="1">
                <a:latin typeface="Open Sans"/>
                <a:ea typeface="Open Sans"/>
                <a:cs typeface="Open Sans"/>
                <a:sym typeface="Open Sans"/>
              </a:rPr>
              <a:t>Accessibility &amp; Diversity Considerations</a:t>
            </a:r>
            <a:endParaRPr b="1">
              <a:latin typeface="Open Sans"/>
              <a:ea typeface="Open Sans"/>
              <a:cs typeface="Open Sans"/>
              <a:sym typeface="Open Sans"/>
            </a:endParaRPr>
          </a:p>
          <a:p>
            <a:pPr marL="0" lvl="0" indent="0" algn="just" rtl="0">
              <a:spcBef>
                <a:spcPts val="0"/>
              </a:spcBef>
              <a:spcAft>
                <a:spcPts val="0"/>
              </a:spcAft>
              <a:buNone/>
            </a:pPr>
            <a:endParaRPr b="1">
              <a:latin typeface="Open Sans"/>
              <a:ea typeface="Open Sans"/>
              <a:cs typeface="Open Sans"/>
              <a:sym typeface="Open Sans"/>
            </a:endParaRPr>
          </a:p>
          <a:p>
            <a:pPr marL="0" lvl="0" indent="0" algn="just" rtl="0">
              <a:spcBef>
                <a:spcPts val="0"/>
              </a:spcBef>
              <a:spcAft>
                <a:spcPts val="0"/>
              </a:spcAft>
              <a:buNone/>
            </a:pPr>
            <a:r>
              <a:rPr lang="es"/>
              <a:t>The application should have below features for providing accessibility for keeping the application accessible to each and every person.</a:t>
            </a:r>
            <a:endParaRPr/>
          </a:p>
          <a:p>
            <a:pPr marL="457200" lvl="0" indent="-298450" algn="just" rtl="0">
              <a:spcBef>
                <a:spcPts val="0"/>
              </a:spcBef>
              <a:spcAft>
                <a:spcPts val="0"/>
              </a:spcAft>
              <a:buSzPts val="1100"/>
              <a:buAutoNum type="arabicPeriod"/>
            </a:pPr>
            <a:r>
              <a:rPr lang="es"/>
              <a:t>Clear and simple language throughout the application</a:t>
            </a:r>
            <a:endParaRPr/>
          </a:p>
          <a:p>
            <a:pPr marL="457200" lvl="0" indent="-298450" algn="just" rtl="0">
              <a:spcBef>
                <a:spcPts val="0"/>
              </a:spcBef>
              <a:spcAft>
                <a:spcPts val="0"/>
              </a:spcAft>
              <a:buSzPts val="1100"/>
              <a:buAutoNum type="arabicPeriod"/>
            </a:pPr>
            <a:r>
              <a:rPr lang="es"/>
              <a:t>Readable text and proper contrast between background and text.</a:t>
            </a:r>
            <a:endParaRPr/>
          </a:p>
          <a:p>
            <a:pPr marL="457200" lvl="0" indent="-298450" algn="just" rtl="0">
              <a:spcBef>
                <a:spcPts val="0"/>
              </a:spcBef>
              <a:spcAft>
                <a:spcPts val="0"/>
              </a:spcAft>
              <a:buSzPts val="1100"/>
              <a:buAutoNum type="arabicPeriod"/>
            </a:pPr>
            <a:r>
              <a:rPr lang="es"/>
              <a:t>Support to enable high contrast mode.</a:t>
            </a:r>
            <a:endParaRPr/>
          </a:p>
          <a:p>
            <a:pPr marL="457200" lvl="0" indent="-298450" algn="just" rtl="0">
              <a:spcBef>
                <a:spcPts val="0"/>
              </a:spcBef>
              <a:spcAft>
                <a:spcPts val="0"/>
              </a:spcAft>
              <a:buSzPts val="1100"/>
              <a:buAutoNum type="arabicPeriod"/>
            </a:pPr>
            <a:r>
              <a:rPr lang="es"/>
              <a:t>Use of clear labels rather than just the icons.</a:t>
            </a:r>
            <a:endParaRPr/>
          </a:p>
          <a:p>
            <a:pPr marL="457200" lvl="0" indent="-298450" algn="just" rtl="0">
              <a:spcBef>
                <a:spcPts val="0"/>
              </a:spcBef>
              <a:spcAft>
                <a:spcPts val="0"/>
              </a:spcAft>
              <a:buSzPts val="1100"/>
              <a:buAutoNum type="arabicPeriod"/>
            </a:pPr>
            <a:r>
              <a:rPr lang="es"/>
              <a:t>The whole screen should be scalable.</a:t>
            </a:r>
            <a:endParaRPr/>
          </a:p>
          <a:p>
            <a:pPr marL="457200" lvl="0" indent="-298450" algn="just" rtl="0">
              <a:spcBef>
                <a:spcPts val="0"/>
              </a:spcBef>
              <a:spcAft>
                <a:spcPts val="0"/>
              </a:spcAft>
              <a:buSzPts val="1100"/>
              <a:buAutoNum type="arabicPeriod"/>
            </a:pPr>
            <a:r>
              <a:rPr lang="es"/>
              <a:t>Navigation in the application should be simple and easy to understand.</a:t>
            </a:r>
            <a:endParaRPr/>
          </a:p>
          <a:p>
            <a:pPr marL="457200" lvl="0" indent="-298450" algn="just" rtl="0">
              <a:spcBef>
                <a:spcPts val="0"/>
              </a:spcBef>
              <a:spcAft>
                <a:spcPts val="0"/>
              </a:spcAft>
              <a:buSzPts val="1100"/>
              <a:buAutoNum type="arabicPeriod"/>
            </a:pPr>
            <a:r>
              <a:rPr lang="es"/>
              <a:t>Allow users to modify prefill data in the screens.</a:t>
            </a:r>
            <a:endParaRPr/>
          </a:p>
          <a:p>
            <a:pPr marL="457200" lvl="0" indent="-298450" algn="just" rtl="0">
              <a:spcBef>
                <a:spcPts val="0"/>
              </a:spcBef>
              <a:spcAft>
                <a:spcPts val="0"/>
              </a:spcAft>
              <a:buSzPts val="1100"/>
              <a:buAutoNum type="arabicPeriod"/>
            </a:pPr>
            <a:r>
              <a:rPr lang="es"/>
              <a:t>Talkback and similar service should provide proper output for the written text.</a:t>
            </a:r>
            <a:endParaRPr/>
          </a:p>
          <a:p>
            <a:pPr marL="914400" lvl="0" indent="0" algn="just" rtl="0">
              <a:spcBef>
                <a:spcPts val="0"/>
              </a:spcBef>
              <a:spcAft>
                <a:spcPts val="0"/>
              </a:spcAft>
              <a:buNone/>
            </a:pPr>
            <a:endParaRPr/>
          </a:p>
          <a:p>
            <a:pPr marL="914400" lvl="0" indent="0" algn="just" rtl="0">
              <a:spcBef>
                <a:spcPts val="0"/>
              </a:spcBef>
              <a:spcAft>
                <a:spcPts val="0"/>
              </a:spcAft>
              <a:buNone/>
            </a:pPr>
            <a:endParaRPr/>
          </a:p>
          <a:p>
            <a:pPr marL="1371600" lvl="0" indent="0" algn="just" rtl="0">
              <a:spcBef>
                <a:spcPts val="0"/>
              </a:spcBef>
              <a:spcAft>
                <a:spcPts val="0"/>
              </a:spcAft>
              <a:buNone/>
            </a:pPr>
            <a:endParaRPr/>
          </a:p>
          <a:p>
            <a:pPr marL="0" lvl="0" indent="0" algn="just"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3"/>
        <p:cNvGrpSpPr/>
        <p:nvPr/>
      </p:nvGrpSpPr>
      <p:grpSpPr>
        <a:xfrm>
          <a:off x="0" y="0"/>
          <a:ext cx="0" cy="0"/>
          <a:chOff x="0" y="0"/>
          <a:chExt cx="0" cy="0"/>
        </a:xfrm>
      </p:grpSpPr>
      <p:sp>
        <p:nvSpPr>
          <p:cNvPr id="194" name="Google Shape;194;p32"/>
          <p:cNvSpPr txBox="1">
            <a:spLocks noGrp="1"/>
          </p:cNvSpPr>
          <p:nvPr>
            <p:ph type="ctrTitle"/>
          </p:nvPr>
        </p:nvSpPr>
        <p:spPr>
          <a:xfrm flipH="1">
            <a:off x="4101725" y="2243225"/>
            <a:ext cx="2755800" cy="192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solidFill>
                  <a:schemeClr val="lt1"/>
                </a:solidFill>
              </a:rPr>
              <a:t>System</a:t>
            </a:r>
            <a:endParaRPr>
              <a:solidFill>
                <a:schemeClr val="lt1"/>
              </a:solidFill>
            </a:endParaRPr>
          </a:p>
          <a:p>
            <a:pPr marL="0" lvl="0" indent="0" algn="l" rtl="0">
              <a:spcBef>
                <a:spcPts val="0"/>
              </a:spcBef>
              <a:spcAft>
                <a:spcPts val="0"/>
              </a:spcAft>
              <a:buNone/>
            </a:pPr>
            <a:r>
              <a:rPr lang="es">
                <a:solidFill>
                  <a:schemeClr val="lt1"/>
                </a:solidFill>
              </a:rPr>
              <a:t>Design</a:t>
            </a:r>
            <a:endParaRPr>
              <a:solidFill>
                <a:schemeClr val="lt1"/>
              </a:solidFill>
            </a:endParaRPr>
          </a:p>
        </p:txBody>
      </p:sp>
      <p:sp>
        <p:nvSpPr>
          <p:cNvPr id="195" name="Google Shape;195;p32"/>
          <p:cNvSpPr txBox="1">
            <a:spLocks noGrp="1"/>
          </p:cNvSpPr>
          <p:nvPr>
            <p:ph type="title" idx="2"/>
          </p:nvPr>
        </p:nvSpPr>
        <p:spPr>
          <a:xfrm flipH="1">
            <a:off x="-746050" y="2419325"/>
            <a:ext cx="4488300" cy="1622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s">
                <a:solidFill>
                  <a:schemeClr val="lt1"/>
                </a:solidFill>
              </a:rPr>
              <a:t>02</a:t>
            </a:r>
            <a:endParaRPr>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3"/>
          <p:cNvSpPr/>
          <p:nvPr/>
        </p:nvSpPr>
        <p:spPr>
          <a:xfrm flipH="1">
            <a:off x="0" y="0"/>
            <a:ext cx="9144000" cy="968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3"/>
          <p:cNvSpPr txBox="1">
            <a:spLocks noGrp="1"/>
          </p:cNvSpPr>
          <p:nvPr>
            <p:ph type="title" idx="4294967295"/>
          </p:nvPr>
        </p:nvSpPr>
        <p:spPr>
          <a:xfrm flipH="1">
            <a:off x="100" y="57825"/>
            <a:ext cx="9144000" cy="809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Use case diagram for CBC Mobile application</a:t>
            </a:r>
            <a:endParaRPr>
              <a:solidFill>
                <a:schemeClr val="lt1"/>
              </a:solidFill>
            </a:endParaRPr>
          </a:p>
        </p:txBody>
      </p:sp>
      <p:pic>
        <p:nvPicPr>
          <p:cNvPr id="202" name="Google Shape;202;p33"/>
          <p:cNvPicPr preferRelativeResize="0"/>
          <p:nvPr/>
        </p:nvPicPr>
        <p:blipFill>
          <a:blip r:embed="rId3">
            <a:alphaModFix/>
          </a:blip>
          <a:stretch>
            <a:fillRect/>
          </a:stretch>
        </p:blipFill>
        <p:spPr>
          <a:xfrm>
            <a:off x="1431669" y="968100"/>
            <a:ext cx="6278970" cy="4175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4"/>
          <p:cNvSpPr/>
          <p:nvPr/>
        </p:nvSpPr>
        <p:spPr>
          <a:xfrm flipH="1">
            <a:off x="0" y="0"/>
            <a:ext cx="9144000" cy="968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4"/>
          <p:cNvSpPr txBox="1">
            <a:spLocks noGrp="1"/>
          </p:cNvSpPr>
          <p:nvPr>
            <p:ph type="title" idx="4294967295"/>
          </p:nvPr>
        </p:nvSpPr>
        <p:spPr>
          <a:xfrm flipH="1">
            <a:off x="100" y="57825"/>
            <a:ext cx="9144000" cy="809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View Assets and Submit Asset Request Activity Diagram</a:t>
            </a:r>
            <a:endParaRPr>
              <a:solidFill>
                <a:schemeClr val="lt1"/>
              </a:solidFill>
            </a:endParaRPr>
          </a:p>
        </p:txBody>
      </p:sp>
      <p:pic>
        <p:nvPicPr>
          <p:cNvPr id="209" name="Google Shape;209;p34"/>
          <p:cNvPicPr preferRelativeResize="0"/>
          <p:nvPr/>
        </p:nvPicPr>
        <p:blipFill>
          <a:blip r:embed="rId3">
            <a:alphaModFix/>
          </a:blip>
          <a:stretch>
            <a:fillRect/>
          </a:stretch>
        </p:blipFill>
        <p:spPr>
          <a:xfrm>
            <a:off x="1134075" y="1071900"/>
            <a:ext cx="2837716" cy="3870601"/>
          </a:xfrm>
          <a:prstGeom prst="rect">
            <a:avLst/>
          </a:prstGeom>
          <a:noFill/>
          <a:ln>
            <a:noFill/>
          </a:ln>
        </p:spPr>
      </p:pic>
      <p:pic>
        <p:nvPicPr>
          <p:cNvPr id="210" name="Google Shape;210;p34"/>
          <p:cNvPicPr preferRelativeResize="0"/>
          <p:nvPr/>
        </p:nvPicPr>
        <p:blipFill>
          <a:blip r:embed="rId4">
            <a:alphaModFix/>
          </a:blip>
          <a:stretch>
            <a:fillRect/>
          </a:stretch>
        </p:blipFill>
        <p:spPr>
          <a:xfrm>
            <a:off x="4542116" y="1071900"/>
            <a:ext cx="3041586" cy="3870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5"/>
          <p:cNvSpPr/>
          <p:nvPr/>
        </p:nvSpPr>
        <p:spPr>
          <a:xfrm flipH="1">
            <a:off x="0" y="0"/>
            <a:ext cx="9144000" cy="76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5"/>
          <p:cNvSpPr txBox="1">
            <a:spLocks noGrp="1"/>
          </p:cNvSpPr>
          <p:nvPr>
            <p:ph type="title" idx="4294967295"/>
          </p:nvPr>
        </p:nvSpPr>
        <p:spPr>
          <a:xfrm flipH="1">
            <a:off x="100" y="-19930"/>
            <a:ext cx="9144000" cy="809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Manage and Track Requests Activity Diagram</a:t>
            </a:r>
            <a:endParaRPr>
              <a:solidFill>
                <a:schemeClr val="lt1"/>
              </a:solidFill>
            </a:endParaRPr>
          </a:p>
        </p:txBody>
      </p:sp>
      <p:pic>
        <p:nvPicPr>
          <p:cNvPr id="217" name="Google Shape;217;p35"/>
          <p:cNvPicPr preferRelativeResize="0"/>
          <p:nvPr/>
        </p:nvPicPr>
        <p:blipFill>
          <a:blip r:embed="rId3">
            <a:alphaModFix/>
          </a:blip>
          <a:stretch>
            <a:fillRect/>
          </a:stretch>
        </p:blipFill>
        <p:spPr>
          <a:xfrm>
            <a:off x="2909625" y="789175"/>
            <a:ext cx="3605900" cy="43543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6"/>
          <p:cNvSpPr/>
          <p:nvPr/>
        </p:nvSpPr>
        <p:spPr>
          <a:xfrm flipH="1">
            <a:off x="0" y="0"/>
            <a:ext cx="9144000" cy="730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6"/>
          <p:cNvSpPr txBox="1">
            <a:spLocks noGrp="1"/>
          </p:cNvSpPr>
          <p:nvPr>
            <p:ph type="title" idx="4294967295"/>
          </p:nvPr>
        </p:nvSpPr>
        <p:spPr>
          <a:xfrm flipH="1">
            <a:off x="100" y="-78246"/>
            <a:ext cx="9144000" cy="809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View and modify profile details Activity Diagram</a:t>
            </a:r>
            <a:endParaRPr>
              <a:solidFill>
                <a:schemeClr val="lt1"/>
              </a:solidFill>
            </a:endParaRPr>
          </a:p>
        </p:txBody>
      </p:sp>
      <p:pic>
        <p:nvPicPr>
          <p:cNvPr id="224" name="Google Shape;224;p36" title="ad.jpg"/>
          <p:cNvPicPr preferRelativeResize="0"/>
          <p:nvPr/>
        </p:nvPicPr>
        <p:blipFill>
          <a:blip r:embed="rId3">
            <a:alphaModFix/>
          </a:blip>
          <a:stretch>
            <a:fillRect/>
          </a:stretch>
        </p:blipFill>
        <p:spPr>
          <a:xfrm>
            <a:off x="2724975" y="751150"/>
            <a:ext cx="3372625" cy="4392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8"/>
        <p:cNvGrpSpPr/>
        <p:nvPr/>
      </p:nvGrpSpPr>
      <p:grpSpPr>
        <a:xfrm>
          <a:off x="0" y="0"/>
          <a:ext cx="0" cy="0"/>
          <a:chOff x="0" y="0"/>
          <a:chExt cx="0" cy="0"/>
        </a:xfrm>
      </p:grpSpPr>
      <p:sp>
        <p:nvSpPr>
          <p:cNvPr id="229" name="Google Shape;229;p37"/>
          <p:cNvSpPr txBox="1">
            <a:spLocks noGrp="1"/>
          </p:cNvSpPr>
          <p:nvPr>
            <p:ph type="ctrTitle"/>
          </p:nvPr>
        </p:nvSpPr>
        <p:spPr>
          <a:xfrm flipH="1">
            <a:off x="4101500" y="2243225"/>
            <a:ext cx="3470700" cy="192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solidFill>
                  <a:schemeClr val="lt1"/>
                </a:solidFill>
              </a:rPr>
              <a:t>Privacy</a:t>
            </a:r>
            <a:endParaRPr>
              <a:solidFill>
                <a:schemeClr val="lt1"/>
              </a:solidFill>
            </a:endParaRPr>
          </a:p>
          <a:p>
            <a:pPr marL="0" lvl="0" indent="0" algn="l" rtl="0">
              <a:spcBef>
                <a:spcPts val="0"/>
              </a:spcBef>
              <a:spcAft>
                <a:spcPts val="0"/>
              </a:spcAft>
              <a:buNone/>
            </a:pPr>
            <a:r>
              <a:rPr lang="es">
                <a:solidFill>
                  <a:schemeClr val="lt1"/>
                </a:solidFill>
              </a:rPr>
              <a:t>&amp; Ethics</a:t>
            </a:r>
            <a:endParaRPr>
              <a:solidFill>
                <a:schemeClr val="lt1"/>
              </a:solidFill>
            </a:endParaRPr>
          </a:p>
        </p:txBody>
      </p:sp>
      <p:sp>
        <p:nvSpPr>
          <p:cNvPr id="230" name="Google Shape;230;p37"/>
          <p:cNvSpPr txBox="1">
            <a:spLocks noGrp="1"/>
          </p:cNvSpPr>
          <p:nvPr>
            <p:ph type="title" idx="2"/>
          </p:nvPr>
        </p:nvSpPr>
        <p:spPr>
          <a:xfrm flipH="1">
            <a:off x="-746050" y="2419325"/>
            <a:ext cx="4488300" cy="1622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s">
                <a:solidFill>
                  <a:schemeClr val="lt1"/>
                </a:solidFill>
              </a:rPr>
              <a:t>03</a:t>
            </a:r>
            <a:endParaRPr>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8"/>
          <p:cNvSpPr/>
          <p:nvPr/>
        </p:nvSpPr>
        <p:spPr>
          <a:xfrm flipH="1">
            <a:off x="0" y="0"/>
            <a:ext cx="9144000" cy="75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8"/>
          <p:cNvSpPr txBox="1">
            <a:spLocks noGrp="1"/>
          </p:cNvSpPr>
          <p:nvPr>
            <p:ph type="title"/>
          </p:nvPr>
        </p:nvSpPr>
        <p:spPr>
          <a:xfrm flipH="1">
            <a:off x="-30850" y="57900"/>
            <a:ext cx="9144000" cy="70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APP Principles reflected in application</a:t>
            </a:r>
            <a:endParaRPr>
              <a:solidFill>
                <a:schemeClr val="lt1"/>
              </a:solidFill>
            </a:endParaRPr>
          </a:p>
        </p:txBody>
      </p:sp>
      <p:graphicFrame>
        <p:nvGraphicFramePr>
          <p:cNvPr id="237" name="Google Shape;237;p38"/>
          <p:cNvGraphicFramePr/>
          <p:nvPr/>
        </p:nvGraphicFramePr>
        <p:xfrm>
          <a:off x="284470" y="938141"/>
          <a:ext cx="8575050" cy="3840270"/>
        </p:xfrm>
        <a:graphic>
          <a:graphicData uri="http://schemas.openxmlformats.org/drawingml/2006/table">
            <a:tbl>
              <a:tblPr>
                <a:noFill/>
                <a:tableStyleId>{0E96BBDF-1046-4329-9878-BA7F2B78CB18}</a:tableStyleId>
              </a:tblPr>
              <a:tblGrid>
                <a:gridCol w="845525">
                  <a:extLst>
                    <a:ext uri="{9D8B030D-6E8A-4147-A177-3AD203B41FA5}">
                      <a16:colId xmlns:a16="http://schemas.microsoft.com/office/drawing/2014/main" val="20000"/>
                    </a:ext>
                  </a:extLst>
                </a:gridCol>
                <a:gridCol w="1402625">
                  <a:extLst>
                    <a:ext uri="{9D8B030D-6E8A-4147-A177-3AD203B41FA5}">
                      <a16:colId xmlns:a16="http://schemas.microsoft.com/office/drawing/2014/main" val="20001"/>
                    </a:ext>
                  </a:extLst>
                </a:gridCol>
                <a:gridCol w="632690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s" b="1"/>
                        <a:t>Sl No</a:t>
                      </a:r>
                      <a:endParaRPr b="1"/>
                    </a:p>
                  </a:txBody>
                  <a:tcPr marL="91425" marR="91425" marT="91425" marB="91425"/>
                </a:tc>
                <a:tc>
                  <a:txBody>
                    <a:bodyPr/>
                    <a:lstStyle/>
                    <a:p>
                      <a:pPr marL="0" lvl="0" indent="0" algn="l" rtl="0">
                        <a:spcBef>
                          <a:spcPts val="0"/>
                        </a:spcBef>
                        <a:spcAft>
                          <a:spcPts val="0"/>
                        </a:spcAft>
                        <a:buNone/>
                      </a:pPr>
                      <a:r>
                        <a:rPr lang="es" b="1"/>
                        <a:t>Name</a:t>
                      </a:r>
                      <a:endParaRPr b="1"/>
                    </a:p>
                  </a:txBody>
                  <a:tcPr marL="91425" marR="91425" marT="91425" marB="91425"/>
                </a:tc>
                <a:tc>
                  <a:txBody>
                    <a:bodyPr/>
                    <a:lstStyle/>
                    <a:p>
                      <a:pPr marL="0" lvl="0" indent="0" algn="l" rtl="0">
                        <a:spcBef>
                          <a:spcPts val="0"/>
                        </a:spcBef>
                        <a:spcAft>
                          <a:spcPts val="0"/>
                        </a:spcAft>
                        <a:buNone/>
                      </a:pPr>
                      <a:r>
                        <a:rPr lang="es" b="1"/>
                        <a:t>Description</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a:t>APP 3</a:t>
                      </a:r>
                      <a:endParaRPr/>
                    </a:p>
                  </a:txBody>
                  <a:tcPr marL="91425" marR="91425" marT="91425" marB="91425"/>
                </a:tc>
                <a:tc>
                  <a:txBody>
                    <a:bodyPr/>
                    <a:lstStyle/>
                    <a:p>
                      <a:pPr marL="0" lvl="0" indent="0" algn="l" rtl="0">
                        <a:spcBef>
                          <a:spcPts val="0"/>
                        </a:spcBef>
                        <a:spcAft>
                          <a:spcPts val="0"/>
                        </a:spcAft>
                        <a:buNone/>
                      </a:pPr>
                      <a:r>
                        <a:rPr lang="es"/>
                        <a:t>Collection</a:t>
                      </a:r>
                      <a:endParaRPr/>
                    </a:p>
                  </a:txBody>
                  <a:tcPr marL="91425" marR="91425" marT="91425" marB="91425"/>
                </a:tc>
                <a:tc>
                  <a:txBody>
                    <a:bodyPr/>
                    <a:lstStyle/>
                    <a:p>
                      <a:pPr marL="0" lvl="0" indent="0" algn="l" rtl="0">
                        <a:spcBef>
                          <a:spcPts val="0"/>
                        </a:spcBef>
                        <a:spcAft>
                          <a:spcPts val="0"/>
                        </a:spcAft>
                        <a:buNone/>
                      </a:pPr>
                      <a:r>
                        <a:rPr lang="es"/>
                        <a:t>Request page only collects what’s required to create a request - name, email, phone, location and purpose. No extra fields or data are required.</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
                        <a:t>APP 5</a:t>
                      </a:r>
                      <a:endParaRPr/>
                    </a:p>
                  </a:txBody>
                  <a:tcPr marL="91425" marR="91425" marT="91425" marB="91425"/>
                </a:tc>
                <a:tc>
                  <a:txBody>
                    <a:bodyPr/>
                    <a:lstStyle/>
                    <a:p>
                      <a:pPr marL="0" lvl="0" indent="0" algn="l" rtl="0">
                        <a:spcBef>
                          <a:spcPts val="0"/>
                        </a:spcBef>
                        <a:spcAft>
                          <a:spcPts val="0"/>
                        </a:spcAft>
                        <a:buNone/>
                      </a:pPr>
                      <a:r>
                        <a:rPr lang="es"/>
                        <a:t>Notification</a:t>
                      </a:r>
                      <a:endParaRPr/>
                    </a:p>
                  </a:txBody>
                  <a:tcPr marL="91425" marR="91425" marT="91425" marB="91425"/>
                </a:tc>
                <a:tc>
                  <a:txBody>
                    <a:bodyPr/>
                    <a:lstStyle/>
                    <a:p>
                      <a:pPr marL="0" lvl="0" indent="0" algn="l" rtl="0">
                        <a:spcBef>
                          <a:spcPts val="0"/>
                        </a:spcBef>
                        <a:spcAft>
                          <a:spcPts val="0"/>
                        </a:spcAft>
                        <a:buNone/>
                      </a:pPr>
                      <a:r>
                        <a:rPr lang="es"/>
                        <a:t>on-screen text explicitly mentions profile details were auto filled and are editable before </a:t>
                      </a:r>
                      <a:r>
                        <a:rPr lang="es" b="1"/>
                        <a:t>Sarah</a:t>
                      </a:r>
                      <a:r>
                        <a:rPr lang="es"/>
                        <a:t> submits.</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
                        <a:t>APP 12</a:t>
                      </a:r>
                      <a:endParaRPr/>
                    </a:p>
                  </a:txBody>
                  <a:tcPr marL="91425" marR="91425" marT="91425" marB="91425"/>
                </a:tc>
                <a:tc>
                  <a:txBody>
                    <a:bodyPr/>
                    <a:lstStyle/>
                    <a:p>
                      <a:pPr marL="0" lvl="0" indent="0" algn="l" rtl="0">
                        <a:spcBef>
                          <a:spcPts val="0"/>
                        </a:spcBef>
                        <a:spcAft>
                          <a:spcPts val="0"/>
                        </a:spcAft>
                        <a:buNone/>
                      </a:pPr>
                      <a:r>
                        <a:rPr lang="es"/>
                        <a:t>Access</a:t>
                      </a:r>
                      <a:endParaRPr/>
                    </a:p>
                  </a:txBody>
                  <a:tcPr marL="91425" marR="91425" marT="91425" marB="91425"/>
                </a:tc>
                <a:tc>
                  <a:txBody>
                    <a:bodyPr/>
                    <a:lstStyle/>
                    <a:p>
                      <a:pPr marL="0" lvl="0" indent="0" algn="l" rtl="0">
                        <a:spcBef>
                          <a:spcPts val="0"/>
                        </a:spcBef>
                        <a:spcAft>
                          <a:spcPts val="0"/>
                        </a:spcAft>
                        <a:buNone/>
                      </a:pPr>
                      <a:r>
                        <a:rPr lang="es"/>
                        <a:t>Requests page only shows </a:t>
                      </a:r>
                      <a:r>
                        <a:rPr lang="es" b="1"/>
                        <a:t>Sarah, </a:t>
                      </a:r>
                      <a:r>
                        <a:rPr lang="es"/>
                        <a:t>her past requests and not some other users’ requests. They are access restricted data.</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s"/>
                        <a:t>APP 13</a:t>
                      </a:r>
                      <a:endParaRPr/>
                    </a:p>
                  </a:txBody>
                  <a:tcPr marL="91425" marR="91425" marT="91425" marB="91425"/>
                </a:tc>
                <a:tc>
                  <a:txBody>
                    <a:bodyPr/>
                    <a:lstStyle/>
                    <a:p>
                      <a:pPr marL="0" lvl="0" indent="0" algn="l" rtl="0">
                        <a:spcBef>
                          <a:spcPts val="0"/>
                        </a:spcBef>
                        <a:spcAft>
                          <a:spcPts val="0"/>
                        </a:spcAft>
                        <a:buNone/>
                      </a:pPr>
                      <a:r>
                        <a:rPr lang="es"/>
                        <a:t>Correction</a:t>
                      </a:r>
                      <a:endParaRPr/>
                    </a:p>
                  </a:txBody>
                  <a:tcPr marL="91425" marR="91425" marT="91425" marB="91425"/>
                </a:tc>
                <a:tc>
                  <a:txBody>
                    <a:bodyPr/>
                    <a:lstStyle/>
                    <a:p>
                      <a:pPr marL="0" lvl="0" indent="0" algn="l" rtl="0">
                        <a:spcBef>
                          <a:spcPts val="0"/>
                        </a:spcBef>
                        <a:spcAft>
                          <a:spcPts val="0"/>
                        </a:spcAft>
                        <a:buNone/>
                      </a:pPr>
                      <a:r>
                        <a:rPr lang="es"/>
                        <a:t>Profile page allows </a:t>
                      </a:r>
                      <a:r>
                        <a:rPr lang="es" b="1"/>
                        <a:t>Sarah </a:t>
                      </a:r>
                      <a:r>
                        <a:rPr lang="es"/>
                        <a:t>to modify her personal details whenever required.</a:t>
                      </a: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s"/>
                        <a:t>APP 6</a:t>
                      </a:r>
                      <a:endParaRPr/>
                    </a:p>
                  </a:txBody>
                  <a:tcPr marL="91425" marR="91425" marT="91425" marB="91425"/>
                </a:tc>
                <a:tc>
                  <a:txBody>
                    <a:bodyPr/>
                    <a:lstStyle/>
                    <a:p>
                      <a:pPr marL="0" lvl="0" indent="0" algn="l" rtl="0">
                        <a:spcBef>
                          <a:spcPts val="0"/>
                        </a:spcBef>
                        <a:spcAft>
                          <a:spcPts val="0"/>
                        </a:spcAft>
                        <a:buNone/>
                      </a:pPr>
                      <a:r>
                        <a:rPr lang="es"/>
                        <a:t>Disclosure</a:t>
                      </a:r>
                      <a:endParaRPr/>
                    </a:p>
                  </a:txBody>
                  <a:tcPr marL="91425" marR="91425" marT="91425" marB="91425"/>
                </a:tc>
                <a:tc>
                  <a:txBody>
                    <a:bodyPr/>
                    <a:lstStyle/>
                    <a:p>
                      <a:pPr marL="0" lvl="0" indent="0" algn="l" rtl="0">
                        <a:spcBef>
                          <a:spcPts val="0"/>
                        </a:spcBef>
                        <a:spcAft>
                          <a:spcPts val="0"/>
                        </a:spcAft>
                        <a:buNone/>
                      </a:pPr>
                      <a:r>
                        <a:rPr lang="es"/>
                        <a:t>Profile information is required for account creation and as contact details in request management and asset request details are required for asset management.</a:t>
                      </a:r>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s"/>
                        <a:t>APP 11</a:t>
                      </a:r>
                      <a:endParaRPr/>
                    </a:p>
                  </a:txBody>
                  <a:tcPr marL="91425" marR="91425" marT="91425" marB="91425"/>
                </a:tc>
                <a:tc>
                  <a:txBody>
                    <a:bodyPr/>
                    <a:lstStyle/>
                    <a:p>
                      <a:pPr marL="0" lvl="0" indent="0" algn="l" rtl="0">
                        <a:spcBef>
                          <a:spcPts val="0"/>
                        </a:spcBef>
                        <a:spcAft>
                          <a:spcPts val="0"/>
                        </a:spcAft>
                        <a:buNone/>
                      </a:pPr>
                      <a:r>
                        <a:rPr lang="es"/>
                        <a:t>Security</a:t>
                      </a:r>
                      <a:endParaRPr/>
                    </a:p>
                  </a:txBody>
                  <a:tcPr marL="91425" marR="91425" marT="91425" marB="91425"/>
                </a:tc>
                <a:tc>
                  <a:txBody>
                    <a:bodyPr/>
                    <a:lstStyle/>
                    <a:p>
                      <a:pPr marL="0" lvl="0" indent="0" algn="l" rtl="0">
                        <a:spcBef>
                          <a:spcPts val="0"/>
                        </a:spcBef>
                        <a:spcAft>
                          <a:spcPts val="0"/>
                        </a:spcAft>
                        <a:buNone/>
                      </a:pPr>
                      <a:r>
                        <a:rPr lang="es"/>
                        <a:t>Access controls, authentication, encryption and securely storing all the data.</a:t>
                      </a:r>
                      <a:endParaRPr/>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9"/>
          <p:cNvSpPr/>
          <p:nvPr/>
        </p:nvSpPr>
        <p:spPr>
          <a:xfrm flipH="1">
            <a:off x="0" y="0"/>
            <a:ext cx="9144000" cy="75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9"/>
          <p:cNvSpPr txBox="1">
            <a:spLocks noGrp="1"/>
          </p:cNvSpPr>
          <p:nvPr>
            <p:ph type="title"/>
          </p:nvPr>
        </p:nvSpPr>
        <p:spPr>
          <a:xfrm flipH="1">
            <a:off x="-30850" y="57900"/>
            <a:ext cx="9144000" cy="70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Ethical Design decision</a:t>
            </a:r>
            <a:endParaRPr>
              <a:solidFill>
                <a:schemeClr val="lt1"/>
              </a:solidFill>
            </a:endParaRPr>
          </a:p>
        </p:txBody>
      </p:sp>
      <p:graphicFrame>
        <p:nvGraphicFramePr>
          <p:cNvPr id="244" name="Google Shape;244;p39"/>
          <p:cNvGraphicFramePr/>
          <p:nvPr/>
        </p:nvGraphicFramePr>
        <p:xfrm>
          <a:off x="284470" y="938141"/>
          <a:ext cx="8575050" cy="3657420"/>
        </p:xfrm>
        <a:graphic>
          <a:graphicData uri="http://schemas.openxmlformats.org/drawingml/2006/table">
            <a:tbl>
              <a:tblPr>
                <a:noFill/>
                <a:tableStyleId>{0E96BBDF-1046-4329-9878-BA7F2B78CB18}</a:tableStyleId>
              </a:tblPr>
              <a:tblGrid>
                <a:gridCol w="2049475">
                  <a:extLst>
                    <a:ext uri="{9D8B030D-6E8A-4147-A177-3AD203B41FA5}">
                      <a16:colId xmlns:a16="http://schemas.microsoft.com/office/drawing/2014/main" val="20000"/>
                    </a:ext>
                  </a:extLst>
                </a:gridCol>
                <a:gridCol w="2309350">
                  <a:extLst>
                    <a:ext uri="{9D8B030D-6E8A-4147-A177-3AD203B41FA5}">
                      <a16:colId xmlns:a16="http://schemas.microsoft.com/office/drawing/2014/main" val="20001"/>
                    </a:ext>
                  </a:extLst>
                </a:gridCol>
                <a:gridCol w="421622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s" b="1"/>
                        <a:t>Persona trait</a:t>
                      </a:r>
                      <a:endParaRPr b="1"/>
                    </a:p>
                  </a:txBody>
                  <a:tcPr marL="91425" marR="91425" marT="91425" marB="91425"/>
                </a:tc>
                <a:tc>
                  <a:txBody>
                    <a:bodyPr/>
                    <a:lstStyle/>
                    <a:p>
                      <a:pPr marL="0" lvl="0" indent="0" algn="l" rtl="0">
                        <a:spcBef>
                          <a:spcPts val="0"/>
                        </a:spcBef>
                        <a:spcAft>
                          <a:spcPts val="0"/>
                        </a:spcAft>
                        <a:buNone/>
                      </a:pPr>
                      <a:r>
                        <a:rPr lang="es" b="1"/>
                        <a:t>Design decision</a:t>
                      </a:r>
                      <a:endParaRPr b="1"/>
                    </a:p>
                  </a:txBody>
                  <a:tcPr marL="91425" marR="91425" marT="91425" marB="91425"/>
                </a:tc>
                <a:tc>
                  <a:txBody>
                    <a:bodyPr/>
                    <a:lstStyle/>
                    <a:p>
                      <a:pPr marL="0" lvl="0" indent="0" algn="l" rtl="0">
                        <a:spcBef>
                          <a:spcPts val="0"/>
                        </a:spcBef>
                        <a:spcAft>
                          <a:spcPts val="0"/>
                        </a:spcAft>
                        <a:buNone/>
                      </a:pPr>
                      <a:r>
                        <a:rPr lang="es" b="1"/>
                        <a:t>Privacy / ethical consideration</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a:t>Frequent requests assets</a:t>
                      </a:r>
                      <a:endParaRPr/>
                    </a:p>
                  </a:txBody>
                  <a:tcPr marL="91425" marR="91425" marT="91425" marB="91425"/>
                </a:tc>
                <a:tc>
                  <a:txBody>
                    <a:bodyPr/>
                    <a:lstStyle/>
                    <a:p>
                      <a:pPr marL="0" lvl="0" indent="0" algn="l" rtl="0">
                        <a:spcBef>
                          <a:spcPts val="0"/>
                        </a:spcBef>
                        <a:spcAft>
                          <a:spcPts val="0"/>
                        </a:spcAft>
                        <a:buNone/>
                      </a:pPr>
                      <a:r>
                        <a:rPr lang="es"/>
                        <a:t>Profile based autofill</a:t>
                      </a:r>
                      <a:endParaRPr/>
                    </a:p>
                  </a:txBody>
                  <a:tcPr marL="91425" marR="91425" marT="91425" marB="91425"/>
                </a:tc>
                <a:tc>
                  <a:txBody>
                    <a:bodyPr/>
                    <a:lstStyle/>
                    <a:p>
                      <a:pPr marL="0" lvl="0" indent="0" algn="l" rtl="0">
                        <a:spcBef>
                          <a:spcPts val="0"/>
                        </a:spcBef>
                        <a:spcAft>
                          <a:spcPts val="0"/>
                        </a:spcAft>
                        <a:buNone/>
                      </a:pPr>
                      <a:r>
                        <a:rPr lang="es"/>
                        <a:t>Collect only necessary contact/ profile details and allow users to edit them.</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
                        <a:t>Needs quick access to CBC information and assets</a:t>
                      </a:r>
                      <a:endParaRPr/>
                    </a:p>
                  </a:txBody>
                  <a:tcPr marL="91425" marR="91425" marT="91425" marB="91425"/>
                </a:tc>
                <a:tc>
                  <a:txBody>
                    <a:bodyPr/>
                    <a:lstStyle/>
                    <a:p>
                      <a:pPr marL="0" lvl="0" indent="0" algn="l" rtl="0">
                        <a:spcBef>
                          <a:spcPts val="0"/>
                        </a:spcBef>
                        <a:spcAft>
                          <a:spcPts val="0"/>
                        </a:spcAft>
                        <a:buNone/>
                      </a:pPr>
                      <a:r>
                        <a:rPr lang="es"/>
                        <a:t>Asset availability shown before requesting</a:t>
                      </a:r>
                      <a:endParaRPr/>
                    </a:p>
                  </a:txBody>
                  <a:tcPr marL="91425" marR="91425" marT="91425" marB="91425"/>
                </a:tc>
                <a:tc>
                  <a:txBody>
                    <a:bodyPr/>
                    <a:lstStyle/>
                    <a:p>
                      <a:pPr marL="0" lvl="0" indent="0" algn="l" rtl="0">
                        <a:spcBef>
                          <a:spcPts val="0"/>
                        </a:spcBef>
                        <a:spcAft>
                          <a:spcPts val="0"/>
                        </a:spcAft>
                        <a:buNone/>
                      </a:pPr>
                      <a:r>
                        <a:rPr lang="es"/>
                        <a:t>No personal data is required just to browse assets</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
                        <a:t>Need status updates</a:t>
                      </a:r>
                      <a:endParaRPr/>
                    </a:p>
                  </a:txBody>
                  <a:tcPr marL="91425" marR="91425" marT="91425" marB="91425"/>
                </a:tc>
                <a:tc>
                  <a:txBody>
                    <a:bodyPr/>
                    <a:lstStyle/>
                    <a:p>
                      <a:pPr marL="0" lvl="0" indent="0" algn="l" rtl="0">
                        <a:spcBef>
                          <a:spcPts val="0"/>
                        </a:spcBef>
                        <a:spcAft>
                          <a:spcPts val="0"/>
                        </a:spcAft>
                        <a:buNone/>
                      </a:pPr>
                      <a:r>
                        <a:rPr lang="es"/>
                        <a:t>Live request status and confirmation</a:t>
                      </a:r>
                      <a:endParaRPr/>
                    </a:p>
                  </a:txBody>
                  <a:tcPr marL="91425" marR="91425" marT="91425" marB="91425"/>
                </a:tc>
                <a:tc>
                  <a:txBody>
                    <a:bodyPr/>
                    <a:lstStyle/>
                    <a:p>
                      <a:pPr marL="0" lvl="0" indent="0" algn="l" rtl="0">
                        <a:spcBef>
                          <a:spcPts val="0"/>
                        </a:spcBef>
                        <a:spcAft>
                          <a:spcPts val="0"/>
                        </a:spcAft>
                        <a:buNone/>
                      </a:pPr>
                      <a:r>
                        <a:rPr lang="es"/>
                        <a:t>Only expose a user’s own request information.</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s"/>
                        <a:t>May request similar assets repeatedly</a:t>
                      </a:r>
                      <a:endParaRPr/>
                    </a:p>
                  </a:txBody>
                  <a:tcPr marL="91425" marR="91425" marT="91425" marB="91425"/>
                </a:tc>
                <a:tc>
                  <a:txBody>
                    <a:bodyPr/>
                    <a:lstStyle/>
                    <a:p>
                      <a:pPr marL="0" lvl="0" indent="0" algn="l" rtl="0">
                        <a:spcBef>
                          <a:spcPts val="0"/>
                        </a:spcBef>
                        <a:spcAft>
                          <a:spcPts val="0"/>
                        </a:spcAft>
                        <a:buNone/>
                      </a:pPr>
                      <a:r>
                        <a:rPr lang="es"/>
                        <a:t>Past request history and request again button</a:t>
                      </a:r>
                      <a:endParaRPr/>
                    </a:p>
                  </a:txBody>
                  <a:tcPr marL="91425" marR="91425" marT="91425" marB="91425"/>
                </a:tc>
                <a:tc>
                  <a:txBody>
                    <a:bodyPr/>
                    <a:lstStyle/>
                    <a:p>
                      <a:pPr marL="0" lvl="0" indent="0" algn="l" rtl="0">
                        <a:spcBef>
                          <a:spcPts val="0"/>
                        </a:spcBef>
                        <a:spcAft>
                          <a:spcPts val="0"/>
                        </a:spcAft>
                        <a:buNone/>
                      </a:pPr>
                      <a:r>
                        <a:rPr lang="es"/>
                        <a:t>User controls over the request history and stored information.</a:t>
                      </a: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s"/>
                        <a:t>Community user with diverse needs</a:t>
                      </a:r>
                      <a:endParaRPr/>
                    </a:p>
                  </a:txBody>
                  <a:tcPr marL="91425" marR="91425" marT="91425" marB="91425"/>
                </a:tc>
                <a:tc>
                  <a:txBody>
                    <a:bodyPr/>
                    <a:lstStyle/>
                    <a:p>
                      <a:pPr marL="0" lvl="0" indent="0" algn="l" rtl="0">
                        <a:spcBef>
                          <a:spcPts val="0"/>
                        </a:spcBef>
                        <a:spcAft>
                          <a:spcPts val="0"/>
                        </a:spcAft>
                        <a:buNone/>
                      </a:pPr>
                      <a:r>
                        <a:rPr lang="es"/>
                        <a:t>Responsive, pageframe, font and size scaling</a:t>
                      </a:r>
                      <a:endParaRPr/>
                    </a:p>
                  </a:txBody>
                  <a:tcPr marL="91425" marR="91425" marT="91425" marB="91425"/>
                </a:tc>
                <a:tc>
                  <a:txBody>
                    <a:bodyPr/>
                    <a:lstStyle/>
                    <a:p>
                      <a:pPr marL="0" lvl="0" indent="0" algn="l" rtl="0">
                        <a:spcBef>
                          <a:spcPts val="0"/>
                        </a:spcBef>
                        <a:spcAft>
                          <a:spcPts val="0"/>
                        </a:spcAft>
                        <a:buNone/>
                      </a:pPr>
                      <a:r>
                        <a:rPr lang="es"/>
                        <a:t>Avoid excluding users based on ability, language or digital literacy.</a:t>
                      </a:r>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8"/>
        <p:cNvGrpSpPr/>
        <p:nvPr/>
      </p:nvGrpSpPr>
      <p:grpSpPr>
        <a:xfrm>
          <a:off x="0" y="0"/>
          <a:ext cx="0" cy="0"/>
          <a:chOff x="0" y="0"/>
          <a:chExt cx="0" cy="0"/>
        </a:xfrm>
      </p:grpSpPr>
      <p:sp>
        <p:nvSpPr>
          <p:cNvPr id="249" name="Google Shape;249;p40"/>
          <p:cNvSpPr txBox="1">
            <a:spLocks noGrp="1"/>
          </p:cNvSpPr>
          <p:nvPr>
            <p:ph type="ctrTitle"/>
          </p:nvPr>
        </p:nvSpPr>
        <p:spPr>
          <a:xfrm flipH="1">
            <a:off x="4101500" y="2243225"/>
            <a:ext cx="3470700" cy="192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solidFill>
                  <a:schemeClr val="lt1"/>
                </a:solidFill>
              </a:rPr>
              <a:t>Usability</a:t>
            </a:r>
            <a:endParaRPr>
              <a:solidFill>
                <a:schemeClr val="lt1"/>
              </a:solidFill>
            </a:endParaRPr>
          </a:p>
          <a:p>
            <a:pPr marL="0" lvl="0" indent="0" algn="l" rtl="0">
              <a:spcBef>
                <a:spcPts val="0"/>
              </a:spcBef>
              <a:spcAft>
                <a:spcPts val="0"/>
              </a:spcAft>
              <a:buNone/>
            </a:pPr>
            <a:r>
              <a:rPr lang="es">
                <a:solidFill>
                  <a:schemeClr val="lt1"/>
                </a:solidFill>
              </a:rPr>
              <a:t>Evaluation</a:t>
            </a:r>
            <a:endParaRPr>
              <a:solidFill>
                <a:schemeClr val="lt1"/>
              </a:solidFill>
            </a:endParaRPr>
          </a:p>
        </p:txBody>
      </p:sp>
      <p:sp>
        <p:nvSpPr>
          <p:cNvPr id="250" name="Google Shape;250;p40"/>
          <p:cNvSpPr txBox="1">
            <a:spLocks noGrp="1"/>
          </p:cNvSpPr>
          <p:nvPr>
            <p:ph type="title" idx="2"/>
          </p:nvPr>
        </p:nvSpPr>
        <p:spPr>
          <a:xfrm flipH="1">
            <a:off x="-746050" y="2419325"/>
            <a:ext cx="4488300" cy="1622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s">
                <a:solidFill>
                  <a:schemeClr val="lt1"/>
                </a:solidFill>
              </a:rPr>
              <a:t>04</a:t>
            </a:r>
            <a:endParaRPr>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1"/>
          <p:cNvSpPr/>
          <p:nvPr/>
        </p:nvSpPr>
        <p:spPr>
          <a:xfrm flipH="1">
            <a:off x="0" y="0"/>
            <a:ext cx="9144000" cy="75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41"/>
          <p:cNvSpPr txBox="1">
            <a:spLocks noGrp="1"/>
          </p:cNvSpPr>
          <p:nvPr>
            <p:ph type="title"/>
          </p:nvPr>
        </p:nvSpPr>
        <p:spPr>
          <a:xfrm flipH="1">
            <a:off x="-30850" y="57900"/>
            <a:ext cx="9144000" cy="70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Usability Testing Methodology</a:t>
            </a:r>
            <a:endParaRPr>
              <a:solidFill>
                <a:schemeClr val="lt1"/>
              </a:solidFill>
            </a:endParaRPr>
          </a:p>
        </p:txBody>
      </p:sp>
      <p:sp>
        <p:nvSpPr>
          <p:cNvPr id="257" name="Google Shape;257;p41"/>
          <p:cNvSpPr txBox="1">
            <a:spLocks noGrp="1"/>
          </p:cNvSpPr>
          <p:nvPr>
            <p:ph type="subTitle" idx="1"/>
          </p:nvPr>
        </p:nvSpPr>
        <p:spPr>
          <a:xfrm>
            <a:off x="147800" y="944925"/>
            <a:ext cx="8786700" cy="35661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 b="1">
                <a:latin typeface="Open Sans"/>
                <a:ea typeface="Open Sans"/>
                <a:cs typeface="Open Sans"/>
                <a:sym typeface="Open Sans"/>
              </a:rPr>
              <a:t>Purpose:</a:t>
            </a:r>
            <a:endParaRPr b="1">
              <a:latin typeface="Open Sans"/>
              <a:ea typeface="Open Sans"/>
              <a:cs typeface="Open Sans"/>
              <a:sym typeface="Open Sans"/>
            </a:endParaRPr>
          </a:p>
          <a:p>
            <a:pPr marL="0" lvl="0" indent="0" algn="just" rtl="0">
              <a:spcBef>
                <a:spcPts val="0"/>
              </a:spcBef>
              <a:spcAft>
                <a:spcPts val="0"/>
              </a:spcAft>
              <a:buNone/>
            </a:pPr>
            <a:r>
              <a:rPr lang="es"/>
              <a:t>The usability evaluation was conducted to assess whether the application meets the defined usability goals through practical user testing.</a:t>
            </a:r>
            <a:endParaRPr/>
          </a:p>
          <a:p>
            <a:pPr marL="0" lvl="0" indent="0" algn="just" rtl="0">
              <a:spcBef>
                <a:spcPts val="0"/>
              </a:spcBef>
              <a:spcAft>
                <a:spcPts val="0"/>
              </a:spcAft>
              <a:buNone/>
            </a:pPr>
            <a:endParaRPr/>
          </a:p>
          <a:p>
            <a:pPr marL="0" lvl="0" indent="0" algn="just" rtl="0">
              <a:spcBef>
                <a:spcPts val="0"/>
              </a:spcBef>
              <a:spcAft>
                <a:spcPts val="0"/>
              </a:spcAft>
              <a:buNone/>
            </a:pPr>
            <a:r>
              <a:rPr lang="es" b="1">
                <a:latin typeface="Open Sans"/>
                <a:ea typeface="Open Sans"/>
                <a:cs typeface="Open Sans"/>
                <a:sym typeface="Open Sans"/>
              </a:rPr>
              <a:t>Testing approach I followed:</a:t>
            </a:r>
            <a:endParaRPr b="1">
              <a:latin typeface="Open Sans"/>
              <a:ea typeface="Open Sans"/>
              <a:cs typeface="Open Sans"/>
              <a:sym typeface="Open Sans"/>
            </a:endParaRPr>
          </a:p>
          <a:p>
            <a:pPr marL="457200" lvl="0" indent="-298450" algn="just" rtl="0">
              <a:spcBef>
                <a:spcPts val="0"/>
              </a:spcBef>
              <a:spcAft>
                <a:spcPts val="0"/>
              </a:spcAft>
              <a:buSzPts val="1100"/>
              <a:buChar char="-"/>
            </a:pPr>
            <a:r>
              <a:rPr lang="es"/>
              <a:t>3 participants were recruited.</a:t>
            </a:r>
            <a:endParaRPr/>
          </a:p>
          <a:p>
            <a:pPr marL="457200" lvl="0" indent="-298450" algn="just" rtl="0">
              <a:spcBef>
                <a:spcPts val="0"/>
              </a:spcBef>
              <a:spcAft>
                <a:spcPts val="0"/>
              </a:spcAft>
              <a:buSzPts val="1100"/>
              <a:buChar char="-"/>
            </a:pPr>
            <a:r>
              <a:rPr lang="es"/>
              <a:t>Each participant performed the same 3 usability tasks.</a:t>
            </a:r>
            <a:endParaRPr/>
          </a:p>
          <a:p>
            <a:pPr marL="457200" lvl="0" indent="-298450" algn="just" rtl="0">
              <a:spcBef>
                <a:spcPts val="0"/>
              </a:spcBef>
              <a:spcAft>
                <a:spcPts val="0"/>
              </a:spcAft>
              <a:buSzPts val="1100"/>
              <a:buChar char="-"/>
            </a:pPr>
            <a:r>
              <a:rPr lang="es"/>
              <a:t>Each session lasted approximately for 20 minutes.</a:t>
            </a:r>
            <a:endParaRPr/>
          </a:p>
          <a:p>
            <a:pPr marL="457200" lvl="0" indent="-298450" algn="just" rtl="0">
              <a:spcBef>
                <a:spcPts val="0"/>
              </a:spcBef>
              <a:spcAft>
                <a:spcPts val="0"/>
              </a:spcAft>
              <a:buSzPts val="1100"/>
              <a:buChar char="-"/>
            </a:pPr>
            <a:r>
              <a:rPr lang="es"/>
              <a:t>Participants were asked to complete the tasks independently while their interaction with the application was recorded.</a:t>
            </a:r>
            <a:endParaRPr/>
          </a:p>
          <a:p>
            <a:pPr marL="457200" lvl="0" indent="-298450" algn="just" rtl="0">
              <a:spcBef>
                <a:spcPts val="0"/>
              </a:spcBef>
              <a:spcAft>
                <a:spcPts val="0"/>
              </a:spcAft>
              <a:buSzPts val="1100"/>
              <a:buChar char="-"/>
            </a:pPr>
            <a:r>
              <a:rPr lang="es"/>
              <a:t>Task performance and usability issues were recorded for later analysis.</a:t>
            </a:r>
            <a:endParaRPr/>
          </a:p>
          <a:p>
            <a:pPr marL="0" lvl="0" indent="0" algn="just" rtl="0">
              <a:spcBef>
                <a:spcPts val="0"/>
              </a:spcBef>
              <a:spcAft>
                <a:spcPts val="0"/>
              </a:spcAft>
              <a:buNone/>
            </a:pPr>
            <a:endParaRPr/>
          </a:p>
          <a:p>
            <a:pPr marL="0" lvl="0" indent="0" algn="just" rtl="0">
              <a:spcBef>
                <a:spcPts val="0"/>
              </a:spcBef>
              <a:spcAft>
                <a:spcPts val="0"/>
              </a:spcAft>
              <a:buNone/>
            </a:pPr>
            <a:r>
              <a:rPr lang="es" b="1">
                <a:latin typeface="Open Sans"/>
                <a:ea typeface="Open Sans"/>
                <a:cs typeface="Open Sans"/>
                <a:sym typeface="Open Sans"/>
              </a:rPr>
              <a:t>Usability goals tested:</a:t>
            </a:r>
            <a:endParaRPr b="1">
              <a:latin typeface="Open Sans"/>
              <a:ea typeface="Open Sans"/>
              <a:cs typeface="Open Sans"/>
              <a:sym typeface="Open Sans"/>
            </a:endParaRPr>
          </a:p>
          <a:p>
            <a:pPr marL="457200" lvl="0" indent="-298450" algn="just" rtl="0">
              <a:spcBef>
                <a:spcPts val="0"/>
              </a:spcBef>
              <a:spcAft>
                <a:spcPts val="0"/>
              </a:spcAft>
              <a:buSzPts val="1100"/>
              <a:buAutoNum type="arabicPeriod"/>
            </a:pPr>
            <a:r>
              <a:rPr lang="es"/>
              <a:t>Efficient Asset Discovery</a:t>
            </a:r>
            <a:endParaRPr/>
          </a:p>
          <a:p>
            <a:pPr marL="457200" lvl="0" indent="-298450" algn="just" rtl="0">
              <a:spcBef>
                <a:spcPts val="0"/>
              </a:spcBef>
              <a:spcAft>
                <a:spcPts val="0"/>
              </a:spcAft>
              <a:buSzPts val="1100"/>
              <a:buAutoNum type="arabicPeriod"/>
            </a:pPr>
            <a:r>
              <a:rPr lang="es"/>
              <a:t>Low effort Request submission</a:t>
            </a:r>
            <a:endParaRPr/>
          </a:p>
          <a:p>
            <a:pPr marL="457200" lvl="0" indent="-298450" algn="just" rtl="0">
              <a:spcBef>
                <a:spcPts val="0"/>
              </a:spcBef>
              <a:spcAft>
                <a:spcPts val="0"/>
              </a:spcAft>
              <a:buSzPts val="1100"/>
              <a:buAutoNum type="arabicPeriod"/>
            </a:pPr>
            <a:r>
              <a:rPr lang="es"/>
              <a:t>Form validation and error prevention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2"/>
          <p:cNvSpPr/>
          <p:nvPr/>
        </p:nvSpPr>
        <p:spPr>
          <a:xfrm flipH="1">
            <a:off x="0" y="0"/>
            <a:ext cx="9144000" cy="75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42"/>
          <p:cNvSpPr txBox="1">
            <a:spLocks noGrp="1"/>
          </p:cNvSpPr>
          <p:nvPr>
            <p:ph type="title"/>
          </p:nvPr>
        </p:nvSpPr>
        <p:spPr>
          <a:xfrm flipH="1">
            <a:off x="-30850" y="57900"/>
            <a:ext cx="9144000" cy="70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Usability Test tasks and expected outcomes</a:t>
            </a:r>
            <a:endParaRPr>
              <a:solidFill>
                <a:schemeClr val="lt1"/>
              </a:solidFill>
            </a:endParaRPr>
          </a:p>
        </p:txBody>
      </p:sp>
      <p:graphicFrame>
        <p:nvGraphicFramePr>
          <p:cNvPr id="264" name="Google Shape;264;p42"/>
          <p:cNvGraphicFramePr/>
          <p:nvPr/>
        </p:nvGraphicFramePr>
        <p:xfrm>
          <a:off x="369795" y="1137166"/>
          <a:ext cx="8515225" cy="3291720"/>
        </p:xfrm>
        <a:graphic>
          <a:graphicData uri="http://schemas.openxmlformats.org/drawingml/2006/table">
            <a:tbl>
              <a:tblPr>
                <a:noFill/>
                <a:tableStyleId>{0E96BBDF-1046-4329-9878-BA7F2B78CB18}</a:tableStyleId>
              </a:tblPr>
              <a:tblGrid>
                <a:gridCol w="2617175">
                  <a:extLst>
                    <a:ext uri="{9D8B030D-6E8A-4147-A177-3AD203B41FA5}">
                      <a16:colId xmlns:a16="http://schemas.microsoft.com/office/drawing/2014/main" val="20000"/>
                    </a:ext>
                  </a:extLst>
                </a:gridCol>
                <a:gridCol w="2949025">
                  <a:extLst>
                    <a:ext uri="{9D8B030D-6E8A-4147-A177-3AD203B41FA5}">
                      <a16:colId xmlns:a16="http://schemas.microsoft.com/office/drawing/2014/main" val="20001"/>
                    </a:ext>
                  </a:extLst>
                </a:gridCol>
                <a:gridCol w="294902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s" b="1"/>
                        <a:t>Usability goal</a:t>
                      </a:r>
                      <a:endParaRPr b="1"/>
                    </a:p>
                  </a:txBody>
                  <a:tcPr marL="91425" marR="91425" marT="91425" marB="91425"/>
                </a:tc>
                <a:tc>
                  <a:txBody>
                    <a:bodyPr/>
                    <a:lstStyle/>
                    <a:p>
                      <a:pPr marL="0" lvl="0" indent="0" algn="l" rtl="0">
                        <a:spcBef>
                          <a:spcPts val="0"/>
                        </a:spcBef>
                        <a:spcAft>
                          <a:spcPts val="0"/>
                        </a:spcAft>
                        <a:buNone/>
                      </a:pPr>
                      <a:r>
                        <a:rPr lang="es" b="1"/>
                        <a:t>Description</a:t>
                      </a:r>
                      <a:endParaRPr b="1"/>
                    </a:p>
                  </a:txBody>
                  <a:tcPr marL="91425" marR="91425" marT="91425" marB="91425"/>
                </a:tc>
                <a:tc>
                  <a:txBody>
                    <a:bodyPr/>
                    <a:lstStyle/>
                    <a:p>
                      <a:pPr marL="0" lvl="0" indent="0" algn="l" rtl="0">
                        <a:spcBef>
                          <a:spcPts val="0"/>
                        </a:spcBef>
                        <a:spcAft>
                          <a:spcPts val="0"/>
                        </a:spcAft>
                        <a:buNone/>
                      </a:pPr>
                      <a:r>
                        <a:rPr lang="es" b="1"/>
                        <a:t>Expected Outcome</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a:t>Efficient Asset Discovery</a:t>
                      </a:r>
                      <a:endParaRPr/>
                    </a:p>
                  </a:txBody>
                  <a:tcPr marL="91425" marR="91425" marT="91425" marB="91425"/>
                </a:tc>
                <a:tc>
                  <a:txBody>
                    <a:bodyPr/>
                    <a:lstStyle/>
                    <a:p>
                      <a:pPr marL="0" lvl="0" indent="0" algn="l" rtl="0">
                        <a:spcBef>
                          <a:spcPts val="0"/>
                        </a:spcBef>
                        <a:spcAft>
                          <a:spcPts val="0"/>
                        </a:spcAft>
                        <a:buNone/>
                      </a:pPr>
                      <a:r>
                        <a:rPr lang="es"/>
                        <a:t>Go to the asset list and view the asset list and try to find the required asset in the list.</a:t>
                      </a:r>
                      <a:endParaRPr/>
                    </a:p>
                  </a:txBody>
                  <a:tcPr marL="91425" marR="91425" marT="91425" marB="91425"/>
                </a:tc>
                <a:tc>
                  <a:txBody>
                    <a:bodyPr/>
                    <a:lstStyle/>
                    <a:p>
                      <a:pPr marL="0" lvl="0" indent="0" algn="l" rtl="0">
                        <a:spcBef>
                          <a:spcPts val="0"/>
                        </a:spcBef>
                        <a:spcAft>
                          <a:spcPts val="0"/>
                        </a:spcAft>
                        <a:buNone/>
                      </a:pPr>
                      <a:r>
                        <a:rPr lang="es"/>
                        <a:t>The participant should be able to navigate to the “assets” screen and view available assets and find their required asset.</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
                        <a:t>Low effort request submission</a:t>
                      </a:r>
                      <a:endParaRPr/>
                    </a:p>
                  </a:txBody>
                  <a:tcPr marL="91425" marR="91425" marT="91425" marB="91425"/>
                </a:tc>
                <a:tc>
                  <a:txBody>
                    <a:bodyPr/>
                    <a:lstStyle/>
                    <a:p>
                      <a:pPr marL="0" lvl="0" indent="0" algn="l" rtl="0">
                        <a:spcBef>
                          <a:spcPts val="0"/>
                        </a:spcBef>
                        <a:spcAft>
                          <a:spcPts val="0"/>
                        </a:spcAft>
                        <a:buNone/>
                      </a:pPr>
                      <a:r>
                        <a:rPr lang="es"/>
                        <a:t>Try to submit the request for an asset from the available assets list.</a:t>
                      </a:r>
                      <a:endParaRPr/>
                    </a:p>
                  </a:txBody>
                  <a:tcPr marL="91425" marR="91425" marT="91425" marB="91425"/>
                </a:tc>
                <a:tc>
                  <a:txBody>
                    <a:bodyPr/>
                    <a:lstStyle/>
                    <a:p>
                      <a:pPr marL="0" lvl="0" indent="0" algn="l" rtl="0">
                        <a:spcBef>
                          <a:spcPts val="0"/>
                        </a:spcBef>
                        <a:spcAft>
                          <a:spcPts val="0"/>
                        </a:spcAft>
                        <a:buNone/>
                      </a:pPr>
                      <a:r>
                        <a:rPr lang="es"/>
                        <a:t>The participant should be able to submit the request form for required asset.</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
                        <a:t>Form validation and error prevention</a:t>
                      </a:r>
                      <a:endParaRPr/>
                    </a:p>
                  </a:txBody>
                  <a:tcPr marL="91425" marR="91425" marT="91425" marB="91425"/>
                </a:tc>
                <a:tc>
                  <a:txBody>
                    <a:bodyPr/>
                    <a:lstStyle/>
                    <a:p>
                      <a:pPr marL="0" lvl="0" indent="0" algn="l" rtl="0">
                        <a:spcBef>
                          <a:spcPts val="0"/>
                        </a:spcBef>
                        <a:spcAft>
                          <a:spcPts val="0"/>
                        </a:spcAft>
                        <a:buNone/>
                      </a:pPr>
                      <a:r>
                        <a:rPr lang="es"/>
                        <a:t>Attempt to submit a request using incomplete or empty fields.</a:t>
                      </a:r>
                      <a:endParaRPr/>
                    </a:p>
                  </a:txBody>
                  <a:tcPr marL="91425" marR="91425" marT="91425" marB="91425"/>
                </a:tc>
                <a:tc>
                  <a:txBody>
                    <a:bodyPr/>
                    <a:lstStyle/>
                    <a:p>
                      <a:pPr marL="0" lvl="0" indent="0" algn="l" rtl="0">
                        <a:spcBef>
                          <a:spcPts val="0"/>
                        </a:spcBef>
                        <a:spcAft>
                          <a:spcPts val="0"/>
                        </a:spcAft>
                        <a:buNone/>
                      </a:pPr>
                      <a:r>
                        <a:rPr lang="es"/>
                        <a:t>The application should prevent user to continue and show error saying that the information needs to be corrected.</a:t>
                      </a:r>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3"/>
          <p:cNvSpPr/>
          <p:nvPr/>
        </p:nvSpPr>
        <p:spPr>
          <a:xfrm flipH="1">
            <a:off x="0" y="0"/>
            <a:ext cx="9144000" cy="75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43"/>
          <p:cNvSpPr txBox="1">
            <a:spLocks noGrp="1"/>
          </p:cNvSpPr>
          <p:nvPr>
            <p:ph type="title"/>
          </p:nvPr>
        </p:nvSpPr>
        <p:spPr>
          <a:xfrm flipH="1">
            <a:off x="-30850" y="57900"/>
            <a:ext cx="9144000" cy="70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Participant consent and recordings</a:t>
            </a:r>
            <a:endParaRPr>
              <a:solidFill>
                <a:schemeClr val="lt1"/>
              </a:solidFill>
            </a:endParaRPr>
          </a:p>
        </p:txBody>
      </p:sp>
      <p:sp>
        <p:nvSpPr>
          <p:cNvPr id="271" name="Google Shape;271;p43"/>
          <p:cNvSpPr txBox="1">
            <a:spLocks noGrp="1"/>
          </p:cNvSpPr>
          <p:nvPr>
            <p:ph type="subTitle" idx="1"/>
          </p:nvPr>
        </p:nvSpPr>
        <p:spPr>
          <a:xfrm>
            <a:off x="256043" y="1016325"/>
            <a:ext cx="6405900" cy="3750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 b="1">
                <a:latin typeface="Open Sans"/>
                <a:ea typeface="Open Sans"/>
                <a:cs typeface="Open Sans"/>
                <a:sym typeface="Open Sans"/>
              </a:rPr>
              <a:t>Here is the recording link for each of the participant reviewing my application:</a:t>
            </a:r>
            <a:endParaRPr b="1">
              <a:latin typeface="Open Sans"/>
              <a:ea typeface="Open Sans"/>
              <a:cs typeface="Open Sans"/>
              <a:sym typeface="Open Sans"/>
            </a:endParaRPr>
          </a:p>
          <a:p>
            <a:pPr marL="0" lvl="0" indent="0" algn="just" rtl="0">
              <a:spcBef>
                <a:spcPts val="0"/>
              </a:spcBef>
              <a:spcAft>
                <a:spcPts val="0"/>
              </a:spcAft>
              <a:buNone/>
            </a:pPr>
            <a:endParaRPr b="1">
              <a:latin typeface="Open Sans"/>
              <a:ea typeface="Open Sans"/>
              <a:cs typeface="Open Sans"/>
              <a:sym typeface="Open Sans"/>
            </a:endParaRPr>
          </a:p>
          <a:p>
            <a:pPr marL="0" lvl="0" indent="0" algn="just" rtl="0">
              <a:spcBef>
                <a:spcPts val="0"/>
              </a:spcBef>
              <a:spcAft>
                <a:spcPts val="0"/>
              </a:spcAft>
              <a:buNone/>
            </a:pPr>
            <a:endParaRPr b="1">
              <a:latin typeface="Open Sans"/>
              <a:ea typeface="Open Sans"/>
              <a:cs typeface="Open Sans"/>
              <a:sym typeface="Open Sans"/>
            </a:endParaRPr>
          </a:p>
          <a:p>
            <a:pPr marL="0" lvl="0" indent="0" algn="just" rtl="0">
              <a:spcBef>
                <a:spcPts val="0"/>
              </a:spcBef>
              <a:spcAft>
                <a:spcPts val="0"/>
              </a:spcAft>
              <a:buNone/>
            </a:pPr>
            <a:endParaRPr b="1">
              <a:latin typeface="Open Sans"/>
              <a:ea typeface="Open Sans"/>
              <a:cs typeface="Open Sans"/>
              <a:sym typeface="Open Sans"/>
            </a:endParaRPr>
          </a:p>
        </p:txBody>
      </p:sp>
      <p:graphicFrame>
        <p:nvGraphicFramePr>
          <p:cNvPr id="272" name="Google Shape;272;p43"/>
          <p:cNvGraphicFramePr/>
          <p:nvPr/>
        </p:nvGraphicFramePr>
        <p:xfrm>
          <a:off x="327120" y="1648966"/>
          <a:ext cx="4358825" cy="1584840"/>
        </p:xfrm>
        <a:graphic>
          <a:graphicData uri="http://schemas.openxmlformats.org/drawingml/2006/table">
            <a:tbl>
              <a:tblPr>
                <a:noFill/>
                <a:tableStyleId>{0E96BBDF-1046-4329-9878-BA7F2B78CB18}</a:tableStyleId>
              </a:tblPr>
              <a:tblGrid>
                <a:gridCol w="2049475">
                  <a:extLst>
                    <a:ext uri="{9D8B030D-6E8A-4147-A177-3AD203B41FA5}">
                      <a16:colId xmlns:a16="http://schemas.microsoft.com/office/drawing/2014/main" val="20000"/>
                    </a:ext>
                  </a:extLst>
                </a:gridCol>
                <a:gridCol w="230935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s" b="1"/>
                        <a:t>Participant Sl No</a:t>
                      </a:r>
                      <a:endParaRPr b="1"/>
                    </a:p>
                  </a:txBody>
                  <a:tcPr marL="91425" marR="91425" marT="91425" marB="91425"/>
                </a:tc>
                <a:tc>
                  <a:txBody>
                    <a:bodyPr/>
                    <a:lstStyle/>
                    <a:p>
                      <a:pPr marL="0" lvl="0" indent="0" algn="l" rtl="0">
                        <a:spcBef>
                          <a:spcPts val="0"/>
                        </a:spcBef>
                        <a:spcAft>
                          <a:spcPts val="0"/>
                        </a:spcAft>
                        <a:buNone/>
                      </a:pPr>
                      <a:r>
                        <a:rPr lang="es" b="1"/>
                        <a:t>Link to recording</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a:t>Purab</a:t>
                      </a:r>
                      <a:endParaRPr/>
                    </a:p>
                  </a:txBody>
                  <a:tcPr marL="91425" marR="91425" marT="91425" marB="91425"/>
                </a:tc>
                <a:tc>
                  <a:txBody>
                    <a:bodyPr/>
                    <a:lstStyle/>
                    <a:p>
                      <a:pPr marL="0" lvl="0" indent="0" algn="l" rtl="0">
                        <a:spcBef>
                          <a:spcPts val="0"/>
                        </a:spcBef>
                        <a:spcAft>
                          <a:spcPts val="0"/>
                        </a:spcAft>
                        <a:buNone/>
                      </a:pPr>
                      <a:r>
                        <a:rPr lang="es"/>
                        <a:t>Link</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
                        <a:t>Part2</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
                        <a:t>Part3</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4"/>
          <p:cNvSpPr/>
          <p:nvPr/>
        </p:nvSpPr>
        <p:spPr>
          <a:xfrm flipH="1">
            <a:off x="0" y="0"/>
            <a:ext cx="9144000" cy="75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44"/>
          <p:cNvSpPr txBox="1">
            <a:spLocks noGrp="1"/>
          </p:cNvSpPr>
          <p:nvPr>
            <p:ph type="title"/>
          </p:nvPr>
        </p:nvSpPr>
        <p:spPr>
          <a:xfrm flipH="1">
            <a:off x="-30850" y="57900"/>
            <a:ext cx="9144000" cy="70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Testing Measurements &amp; Results - Participant 1</a:t>
            </a:r>
            <a:endParaRPr>
              <a:solidFill>
                <a:schemeClr val="lt1"/>
              </a:solidFill>
            </a:endParaRPr>
          </a:p>
        </p:txBody>
      </p:sp>
      <p:graphicFrame>
        <p:nvGraphicFramePr>
          <p:cNvPr id="279" name="Google Shape;279;p44"/>
          <p:cNvGraphicFramePr/>
          <p:nvPr/>
        </p:nvGraphicFramePr>
        <p:xfrm>
          <a:off x="330918" y="1001095"/>
          <a:ext cx="8515200" cy="3931800"/>
        </p:xfrm>
        <a:graphic>
          <a:graphicData uri="http://schemas.openxmlformats.org/drawingml/2006/table">
            <a:tbl>
              <a:tblPr>
                <a:noFill/>
                <a:tableStyleId>{0E96BBDF-1046-4329-9878-BA7F2B78CB18}</a:tableStyleId>
              </a:tblPr>
              <a:tblGrid>
                <a:gridCol w="1546200">
                  <a:extLst>
                    <a:ext uri="{9D8B030D-6E8A-4147-A177-3AD203B41FA5}">
                      <a16:colId xmlns:a16="http://schemas.microsoft.com/office/drawing/2014/main" val="20000"/>
                    </a:ext>
                  </a:extLst>
                </a:gridCol>
                <a:gridCol w="1120200">
                  <a:extLst>
                    <a:ext uri="{9D8B030D-6E8A-4147-A177-3AD203B41FA5}">
                      <a16:colId xmlns:a16="http://schemas.microsoft.com/office/drawing/2014/main" val="20001"/>
                    </a:ext>
                  </a:extLst>
                </a:gridCol>
                <a:gridCol w="2364300">
                  <a:extLst>
                    <a:ext uri="{9D8B030D-6E8A-4147-A177-3AD203B41FA5}">
                      <a16:colId xmlns:a16="http://schemas.microsoft.com/office/drawing/2014/main" val="20002"/>
                    </a:ext>
                  </a:extLst>
                </a:gridCol>
                <a:gridCol w="1139625">
                  <a:extLst>
                    <a:ext uri="{9D8B030D-6E8A-4147-A177-3AD203B41FA5}">
                      <a16:colId xmlns:a16="http://schemas.microsoft.com/office/drawing/2014/main" val="20003"/>
                    </a:ext>
                  </a:extLst>
                </a:gridCol>
                <a:gridCol w="2344875">
                  <a:extLst>
                    <a:ext uri="{9D8B030D-6E8A-4147-A177-3AD203B41FA5}">
                      <a16:colId xmlns:a16="http://schemas.microsoft.com/office/drawing/2014/main" val="20004"/>
                    </a:ext>
                  </a:extLst>
                </a:gridCol>
              </a:tblGrid>
              <a:tr h="381000">
                <a:tc>
                  <a:txBody>
                    <a:bodyPr/>
                    <a:lstStyle/>
                    <a:p>
                      <a:pPr marL="0" lvl="0" indent="0" algn="ctr" rtl="0">
                        <a:spcBef>
                          <a:spcPts val="0"/>
                        </a:spcBef>
                        <a:spcAft>
                          <a:spcPts val="0"/>
                        </a:spcAft>
                        <a:buNone/>
                      </a:pPr>
                      <a:r>
                        <a:rPr lang="es" b="1"/>
                        <a:t>Usability Goal</a:t>
                      </a:r>
                      <a:endParaRPr b="1"/>
                    </a:p>
                  </a:txBody>
                  <a:tcPr marL="91425" marR="91425" marT="91425" marB="91425"/>
                </a:tc>
                <a:tc>
                  <a:txBody>
                    <a:bodyPr/>
                    <a:lstStyle/>
                    <a:p>
                      <a:pPr marL="0" lvl="0" indent="0" algn="ctr" rtl="0">
                        <a:spcBef>
                          <a:spcPts val="0"/>
                        </a:spcBef>
                        <a:spcAft>
                          <a:spcPts val="0"/>
                        </a:spcAft>
                        <a:buNone/>
                      </a:pPr>
                      <a:r>
                        <a:rPr lang="es" b="1"/>
                        <a:t>Task completed</a:t>
                      </a:r>
                      <a:endParaRPr b="1"/>
                    </a:p>
                  </a:txBody>
                  <a:tcPr marL="91425" marR="91425" marT="91425" marB="91425"/>
                </a:tc>
                <a:tc>
                  <a:txBody>
                    <a:bodyPr/>
                    <a:lstStyle/>
                    <a:p>
                      <a:pPr marL="0" lvl="0" indent="0" algn="ctr" rtl="0">
                        <a:spcBef>
                          <a:spcPts val="0"/>
                        </a:spcBef>
                        <a:spcAft>
                          <a:spcPts val="0"/>
                        </a:spcAft>
                        <a:buNone/>
                      </a:pPr>
                      <a:r>
                        <a:rPr lang="es" b="1"/>
                        <a:t>Problems faced</a:t>
                      </a:r>
                      <a:endParaRPr b="1"/>
                    </a:p>
                  </a:txBody>
                  <a:tcPr marL="91425" marR="91425" marT="91425" marB="91425"/>
                </a:tc>
                <a:tc>
                  <a:txBody>
                    <a:bodyPr/>
                    <a:lstStyle/>
                    <a:p>
                      <a:pPr marL="0" lvl="0" indent="0" algn="ctr" rtl="0">
                        <a:spcBef>
                          <a:spcPts val="0"/>
                        </a:spcBef>
                        <a:spcAft>
                          <a:spcPts val="0"/>
                        </a:spcAft>
                        <a:buNone/>
                      </a:pPr>
                      <a:r>
                        <a:rPr lang="es" b="1"/>
                        <a:t>Assistance Required</a:t>
                      </a:r>
                      <a:endParaRPr b="1"/>
                    </a:p>
                  </a:txBody>
                  <a:tcPr marL="91425" marR="91425" marT="91425" marB="91425"/>
                </a:tc>
                <a:tc>
                  <a:txBody>
                    <a:bodyPr/>
                    <a:lstStyle/>
                    <a:p>
                      <a:pPr marL="0" lvl="0" indent="0" algn="ctr" rtl="0">
                        <a:spcBef>
                          <a:spcPts val="0"/>
                        </a:spcBef>
                        <a:spcAft>
                          <a:spcPts val="0"/>
                        </a:spcAft>
                        <a:buNone/>
                      </a:pPr>
                      <a:r>
                        <a:rPr lang="es" b="1"/>
                        <a:t>Observation</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a:t>Efficient Asset Discovery</a:t>
                      </a:r>
                      <a:endParaRPr/>
                    </a:p>
                  </a:txBody>
                  <a:tcPr marL="91425" marR="91425" marT="91425" marB="91425"/>
                </a:tc>
                <a:tc>
                  <a:txBody>
                    <a:bodyPr/>
                    <a:lstStyle/>
                    <a:p>
                      <a:pPr marL="0" lvl="0" indent="0" algn="ctr" rtl="0">
                        <a:spcBef>
                          <a:spcPts val="0"/>
                        </a:spcBef>
                        <a:spcAft>
                          <a:spcPts val="0"/>
                        </a:spcAft>
                        <a:buNone/>
                      </a:pPr>
                      <a:r>
                        <a:rPr lang="es"/>
                        <a:t>Yes</a:t>
                      </a:r>
                      <a:endParaRPr/>
                    </a:p>
                  </a:txBody>
                  <a:tcPr marL="91425" marR="91425" marT="91425" marB="91425"/>
                </a:tc>
                <a:tc>
                  <a:txBody>
                    <a:bodyPr/>
                    <a:lstStyle/>
                    <a:p>
                      <a:pPr marL="0" lvl="0" indent="0" algn="l" rtl="0">
                        <a:spcBef>
                          <a:spcPts val="0"/>
                        </a:spcBef>
                        <a:spcAft>
                          <a:spcPts val="0"/>
                        </a:spcAft>
                        <a:buNone/>
                      </a:pPr>
                      <a:r>
                        <a:rPr lang="es"/>
                        <a:t>Participant was not sure why unavailable items are in the asset list</a:t>
                      </a:r>
                      <a:endParaRPr/>
                    </a:p>
                  </a:txBody>
                  <a:tcPr marL="91425" marR="91425" marT="91425" marB="91425"/>
                </a:tc>
                <a:tc>
                  <a:txBody>
                    <a:bodyPr/>
                    <a:lstStyle/>
                    <a:p>
                      <a:pPr marL="0" lvl="0" indent="0" algn="ctr" rtl="0">
                        <a:spcBef>
                          <a:spcPts val="0"/>
                        </a:spcBef>
                        <a:spcAft>
                          <a:spcPts val="0"/>
                        </a:spcAft>
                        <a:buNone/>
                      </a:pPr>
                      <a:r>
                        <a:rPr lang="es"/>
                        <a:t>No</a:t>
                      </a:r>
                      <a:endParaRPr/>
                    </a:p>
                  </a:txBody>
                  <a:tcPr marL="91425" marR="91425" marT="91425" marB="91425"/>
                </a:tc>
                <a:tc>
                  <a:txBody>
                    <a:bodyPr/>
                    <a:lstStyle/>
                    <a:p>
                      <a:pPr marL="0" lvl="0" indent="0" algn="l" rtl="0">
                        <a:spcBef>
                          <a:spcPts val="0"/>
                        </a:spcBef>
                        <a:spcAft>
                          <a:spcPts val="0"/>
                        </a:spcAft>
                        <a:buNone/>
                      </a:pPr>
                      <a:r>
                        <a:rPr lang="es"/>
                        <a:t>Unavailable asset filter is required and should be shown only when user requests for it.</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
                        <a:t>Low effort request submission</a:t>
                      </a:r>
                      <a:endParaRPr/>
                    </a:p>
                  </a:txBody>
                  <a:tcPr marL="91425" marR="91425" marT="91425" marB="91425"/>
                </a:tc>
                <a:tc>
                  <a:txBody>
                    <a:bodyPr/>
                    <a:lstStyle/>
                    <a:p>
                      <a:pPr marL="0" lvl="0" indent="0" algn="ctr" rtl="0">
                        <a:spcBef>
                          <a:spcPts val="0"/>
                        </a:spcBef>
                        <a:spcAft>
                          <a:spcPts val="0"/>
                        </a:spcAft>
                        <a:buNone/>
                      </a:pPr>
                      <a:r>
                        <a:rPr lang="es"/>
                        <a:t>Yes</a:t>
                      </a:r>
                      <a:endParaRPr/>
                    </a:p>
                  </a:txBody>
                  <a:tcPr marL="91425" marR="91425" marT="91425" marB="91425"/>
                </a:tc>
                <a:tc>
                  <a:txBody>
                    <a:bodyPr/>
                    <a:lstStyle/>
                    <a:p>
                      <a:pPr marL="0" lvl="0" indent="0" algn="l" rtl="0">
                        <a:spcBef>
                          <a:spcPts val="0"/>
                        </a:spcBef>
                        <a:spcAft>
                          <a:spcPts val="0"/>
                        </a:spcAft>
                        <a:buNone/>
                      </a:pPr>
                      <a:r>
                        <a:rPr lang="es"/>
                        <a:t>Participant was not able to open an asset request form from the homescreen shortcut</a:t>
                      </a:r>
                      <a:endParaRPr/>
                    </a:p>
                  </a:txBody>
                  <a:tcPr marL="91425" marR="91425" marT="91425" marB="91425"/>
                </a:tc>
                <a:tc>
                  <a:txBody>
                    <a:bodyPr/>
                    <a:lstStyle/>
                    <a:p>
                      <a:pPr marL="0" lvl="0" indent="0" algn="ctr" rtl="0">
                        <a:spcBef>
                          <a:spcPts val="0"/>
                        </a:spcBef>
                        <a:spcAft>
                          <a:spcPts val="0"/>
                        </a:spcAft>
                        <a:buNone/>
                      </a:pPr>
                      <a:r>
                        <a:rPr lang="es"/>
                        <a:t>Yes</a:t>
                      </a:r>
                      <a:endParaRPr/>
                    </a:p>
                  </a:txBody>
                  <a:tcPr marL="91425" marR="91425" marT="91425" marB="91425"/>
                </a:tc>
                <a:tc>
                  <a:txBody>
                    <a:bodyPr/>
                    <a:lstStyle/>
                    <a:p>
                      <a:pPr marL="0" lvl="0" indent="0" algn="l" rtl="0">
                        <a:spcBef>
                          <a:spcPts val="0"/>
                        </a:spcBef>
                        <a:spcAft>
                          <a:spcPts val="0"/>
                        </a:spcAft>
                        <a:buNone/>
                      </a:pPr>
                      <a:r>
                        <a:rPr lang="es"/>
                        <a:t>Application only provides request form creation from an asset detail page and no option directly from the requests screen</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
                        <a:t>Form validation and error prevention</a:t>
                      </a:r>
                      <a:endParaRPr/>
                    </a:p>
                  </a:txBody>
                  <a:tcPr marL="91425" marR="91425" marT="91425" marB="91425"/>
                </a:tc>
                <a:tc>
                  <a:txBody>
                    <a:bodyPr/>
                    <a:lstStyle/>
                    <a:p>
                      <a:pPr marL="0" lvl="0" indent="0" algn="ctr" rtl="0">
                        <a:spcBef>
                          <a:spcPts val="0"/>
                        </a:spcBef>
                        <a:spcAft>
                          <a:spcPts val="0"/>
                        </a:spcAft>
                        <a:buNone/>
                      </a:pPr>
                      <a:r>
                        <a:rPr lang="es"/>
                        <a:t>No</a:t>
                      </a:r>
                      <a:endParaRPr/>
                    </a:p>
                  </a:txBody>
                  <a:tcPr marL="91425" marR="91425" marT="91425" marB="91425"/>
                </a:tc>
                <a:tc>
                  <a:txBody>
                    <a:bodyPr/>
                    <a:lstStyle/>
                    <a:p>
                      <a:pPr marL="0" lvl="0" indent="0" algn="l" rtl="0">
                        <a:spcBef>
                          <a:spcPts val="0"/>
                        </a:spcBef>
                        <a:spcAft>
                          <a:spcPts val="0"/>
                        </a:spcAft>
                        <a:buNone/>
                      </a:pPr>
                      <a:r>
                        <a:rPr lang="es"/>
                        <a:t>Participant was able to submit the empty or invalid field form</a:t>
                      </a:r>
                      <a:endParaRPr/>
                    </a:p>
                  </a:txBody>
                  <a:tcPr marL="91425" marR="91425" marT="91425" marB="91425"/>
                </a:tc>
                <a:tc>
                  <a:txBody>
                    <a:bodyPr/>
                    <a:lstStyle/>
                    <a:p>
                      <a:pPr marL="0" lvl="0" indent="0" algn="ctr" rtl="0">
                        <a:spcBef>
                          <a:spcPts val="0"/>
                        </a:spcBef>
                        <a:spcAft>
                          <a:spcPts val="0"/>
                        </a:spcAft>
                        <a:buNone/>
                      </a:pPr>
                      <a:r>
                        <a:rPr lang="es"/>
                        <a:t>No</a:t>
                      </a:r>
                      <a:endParaRPr/>
                    </a:p>
                  </a:txBody>
                  <a:tcPr marL="91425" marR="91425" marT="91425" marB="91425"/>
                </a:tc>
                <a:tc>
                  <a:txBody>
                    <a:bodyPr/>
                    <a:lstStyle/>
                    <a:p>
                      <a:pPr marL="0" lvl="0" indent="0" algn="l" rtl="0">
                        <a:spcBef>
                          <a:spcPts val="0"/>
                        </a:spcBef>
                        <a:spcAft>
                          <a:spcPts val="0"/>
                        </a:spcAft>
                        <a:buNone/>
                      </a:pPr>
                      <a:r>
                        <a:rPr lang="es"/>
                        <a:t>User can not proceed if no asset is selected for the request but contact details should not be empty.</a:t>
                      </a:r>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5"/>
          <p:cNvSpPr/>
          <p:nvPr/>
        </p:nvSpPr>
        <p:spPr>
          <a:xfrm flipH="1">
            <a:off x="0" y="0"/>
            <a:ext cx="9144000" cy="75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45"/>
          <p:cNvSpPr txBox="1">
            <a:spLocks noGrp="1"/>
          </p:cNvSpPr>
          <p:nvPr>
            <p:ph type="title"/>
          </p:nvPr>
        </p:nvSpPr>
        <p:spPr>
          <a:xfrm flipH="1">
            <a:off x="-30850" y="57900"/>
            <a:ext cx="9144000" cy="70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Testing Measurements &amp; Results - Participant 2</a:t>
            </a:r>
            <a:endParaRPr>
              <a:solidFill>
                <a:schemeClr val="lt1"/>
              </a:solidFill>
            </a:endParaRPr>
          </a:p>
        </p:txBody>
      </p:sp>
      <p:graphicFrame>
        <p:nvGraphicFramePr>
          <p:cNvPr id="286" name="Google Shape;286;p45"/>
          <p:cNvGraphicFramePr/>
          <p:nvPr/>
        </p:nvGraphicFramePr>
        <p:xfrm>
          <a:off x="330918" y="1001095"/>
          <a:ext cx="8515200" cy="3505080"/>
        </p:xfrm>
        <a:graphic>
          <a:graphicData uri="http://schemas.openxmlformats.org/drawingml/2006/table">
            <a:tbl>
              <a:tblPr>
                <a:noFill/>
                <a:tableStyleId>{0E96BBDF-1046-4329-9878-BA7F2B78CB18}</a:tableStyleId>
              </a:tblPr>
              <a:tblGrid>
                <a:gridCol w="1546200">
                  <a:extLst>
                    <a:ext uri="{9D8B030D-6E8A-4147-A177-3AD203B41FA5}">
                      <a16:colId xmlns:a16="http://schemas.microsoft.com/office/drawing/2014/main" val="20000"/>
                    </a:ext>
                  </a:extLst>
                </a:gridCol>
                <a:gridCol w="1120200">
                  <a:extLst>
                    <a:ext uri="{9D8B030D-6E8A-4147-A177-3AD203B41FA5}">
                      <a16:colId xmlns:a16="http://schemas.microsoft.com/office/drawing/2014/main" val="20001"/>
                    </a:ext>
                  </a:extLst>
                </a:gridCol>
                <a:gridCol w="2364300">
                  <a:extLst>
                    <a:ext uri="{9D8B030D-6E8A-4147-A177-3AD203B41FA5}">
                      <a16:colId xmlns:a16="http://schemas.microsoft.com/office/drawing/2014/main" val="20002"/>
                    </a:ext>
                  </a:extLst>
                </a:gridCol>
                <a:gridCol w="1139625">
                  <a:extLst>
                    <a:ext uri="{9D8B030D-6E8A-4147-A177-3AD203B41FA5}">
                      <a16:colId xmlns:a16="http://schemas.microsoft.com/office/drawing/2014/main" val="20003"/>
                    </a:ext>
                  </a:extLst>
                </a:gridCol>
                <a:gridCol w="2344875">
                  <a:extLst>
                    <a:ext uri="{9D8B030D-6E8A-4147-A177-3AD203B41FA5}">
                      <a16:colId xmlns:a16="http://schemas.microsoft.com/office/drawing/2014/main" val="20004"/>
                    </a:ext>
                  </a:extLst>
                </a:gridCol>
              </a:tblGrid>
              <a:tr h="381000">
                <a:tc>
                  <a:txBody>
                    <a:bodyPr/>
                    <a:lstStyle/>
                    <a:p>
                      <a:pPr marL="0" lvl="0" indent="0" algn="ctr" rtl="0">
                        <a:spcBef>
                          <a:spcPts val="0"/>
                        </a:spcBef>
                        <a:spcAft>
                          <a:spcPts val="0"/>
                        </a:spcAft>
                        <a:buNone/>
                      </a:pPr>
                      <a:r>
                        <a:rPr lang="es" b="1"/>
                        <a:t>Usability Goal</a:t>
                      </a:r>
                      <a:endParaRPr b="1"/>
                    </a:p>
                  </a:txBody>
                  <a:tcPr marL="91425" marR="91425" marT="91425" marB="91425"/>
                </a:tc>
                <a:tc>
                  <a:txBody>
                    <a:bodyPr/>
                    <a:lstStyle/>
                    <a:p>
                      <a:pPr marL="0" lvl="0" indent="0" algn="ctr" rtl="0">
                        <a:spcBef>
                          <a:spcPts val="0"/>
                        </a:spcBef>
                        <a:spcAft>
                          <a:spcPts val="0"/>
                        </a:spcAft>
                        <a:buNone/>
                      </a:pPr>
                      <a:r>
                        <a:rPr lang="es" b="1"/>
                        <a:t>Task completed</a:t>
                      </a:r>
                      <a:endParaRPr b="1"/>
                    </a:p>
                  </a:txBody>
                  <a:tcPr marL="91425" marR="91425" marT="91425" marB="91425"/>
                </a:tc>
                <a:tc>
                  <a:txBody>
                    <a:bodyPr/>
                    <a:lstStyle/>
                    <a:p>
                      <a:pPr marL="0" lvl="0" indent="0" algn="ctr" rtl="0">
                        <a:spcBef>
                          <a:spcPts val="0"/>
                        </a:spcBef>
                        <a:spcAft>
                          <a:spcPts val="0"/>
                        </a:spcAft>
                        <a:buNone/>
                      </a:pPr>
                      <a:r>
                        <a:rPr lang="es" b="1"/>
                        <a:t>Problems faced</a:t>
                      </a:r>
                      <a:endParaRPr b="1"/>
                    </a:p>
                  </a:txBody>
                  <a:tcPr marL="91425" marR="91425" marT="91425" marB="91425"/>
                </a:tc>
                <a:tc>
                  <a:txBody>
                    <a:bodyPr/>
                    <a:lstStyle/>
                    <a:p>
                      <a:pPr marL="0" lvl="0" indent="0" algn="ctr" rtl="0">
                        <a:spcBef>
                          <a:spcPts val="0"/>
                        </a:spcBef>
                        <a:spcAft>
                          <a:spcPts val="0"/>
                        </a:spcAft>
                        <a:buNone/>
                      </a:pPr>
                      <a:r>
                        <a:rPr lang="es" b="1"/>
                        <a:t>Assistance Required</a:t>
                      </a:r>
                      <a:endParaRPr b="1"/>
                    </a:p>
                  </a:txBody>
                  <a:tcPr marL="91425" marR="91425" marT="91425" marB="91425"/>
                </a:tc>
                <a:tc>
                  <a:txBody>
                    <a:bodyPr/>
                    <a:lstStyle/>
                    <a:p>
                      <a:pPr marL="0" lvl="0" indent="0" algn="ctr" rtl="0">
                        <a:spcBef>
                          <a:spcPts val="0"/>
                        </a:spcBef>
                        <a:spcAft>
                          <a:spcPts val="0"/>
                        </a:spcAft>
                        <a:buNone/>
                      </a:pPr>
                      <a:r>
                        <a:rPr lang="es" b="1"/>
                        <a:t>Observation</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a:t>Efficient Asset Discovery</a:t>
                      </a:r>
                      <a:endParaRPr/>
                    </a:p>
                  </a:txBody>
                  <a:tcPr marL="91425" marR="91425" marT="91425" marB="91425"/>
                </a:tc>
                <a:tc>
                  <a:txBody>
                    <a:bodyPr/>
                    <a:lstStyle/>
                    <a:p>
                      <a:pPr marL="0" lvl="0" indent="0" algn="ctr" rtl="0">
                        <a:spcBef>
                          <a:spcPts val="0"/>
                        </a:spcBef>
                        <a:spcAft>
                          <a:spcPts val="0"/>
                        </a:spcAft>
                        <a:buNone/>
                      </a:pPr>
                      <a:r>
                        <a:rPr lang="es"/>
                        <a:t>Yes</a:t>
                      </a:r>
                      <a:endParaRPr/>
                    </a:p>
                  </a:txBody>
                  <a:tcPr marL="91425" marR="91425" marT="91425" marB="91425"/>
                </a:tc>
                <a:tc>
                  <a:txBody>
                    <a:bodyPr/>
                    <a:lstStyle/>
                    <a:p>
                      <a:pPr marL="0" lvl="0" indent="0" algn="l" rtl="0">
                        <a:spcBef>
                          <a:spcPts val="0"/>
                        </a:spcBef>
                        <a:spcAft>
                          <a:spcPts val="0"/>
                        </a:spcAft>
                        <a:buNone/>
                      </a:pPr>
                      <a:r>
                        <a:rPr lang="es"/>
                        <a:t>Participant noticed that some assets were limited or unavailable, they needed to differentiate them when selecting an asset.</a:t>
                      </a:r>
                      <a:endParaRPr/>
                    </a:p>
                  </a:txBody>
                  <a:tcPr marL="91425" marR="91425" marT="91425" marB="91425"/>
                </a:tc>
                <a:tc>
                  <a:txBody>
                    <a:bodyPr/>
                    <a:lstStyle/>
                    <a:p>
                      <a:pPr marL="0" lvl="0" indent="0" algn="ctr" rtl="0">
                        <a:spcBef>
                          <a:spcPts val="0"/>
                        </a:spcBef>
                        <a:spcAft>
                          <a:spcPts val="0"/>
                        </a:spcAft>
                        <a:buNone/>
                      </a:pPr>
                      <a:r>
                        <a:rPr lang="es"/>
                        <a:t>No</a:t>
                      </a:r>
                      <a:endParaRPr/>
                    </a:p>
                  </a:txBody>
                  <a:tcPr marL="91425" marR="91425" marT="91425" marB="91425"/>
                </a:tc>
                <a:tc>
                  <a:txBody>
                    <a:bodyPr/>
                    <a:lstStyle/>
                    <a:p>
                      <a:pPr marL="0" lvl="0" indent="0" algn="l" rtl="0">
                        <a:spcBef>
                          <a:spcPts val="0"/>
                        </a:spcBef>
                        <a:spcAft>
                          <a:spcPts val="0"/>
                        </a:spcAft>
                        <a:buNone/>
                      </a:pPr>
                      <a:r>
                        <a:rPr lang="es"/>
                        <a:t>Browse assets shortcut made asset discovery straightforward and user was satisfied with the flow.</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
                        <a:t>Low effort request submission</a:t>
                      </a:r>
                      <a:endParaRPr/>
                    </a:p>
                  </a:txBody>
                  <a:tcPr marL="91425" marR="91425" marT="91425" marB="91425"/>
                </a:tc>
                <a:tc>
                  <a:txBody>
                    <a:bodyPr/>
                    <a:lstStyle/>
                    <a:p>
                      <a:pPr marL="0" lvl="0" indent="0" algn="ctr" rtl="0">
                        <a:spcBef>
                          <a:spcPts val="0"/>
                        </a:spcBef>
                        <a:spcAft>
                          <a:spcPts val="0"/>
                        </a:spcAft>
                        <a:buNone/>
                      </a:pPr>
                      <a:r>
                        <a:rPr lang="es"/>
                        <a:t>Yes</a:t>
                      </a:r>
                      <a:endParaRPr/>
                    </a:p>
                  </a:txBody>
                  <a:tcPr marL="91425" marR="91425" marT="91425" marB="91425"/>
                </a:tc>
                <a:tc>
                  <a:txBody>
                    <a:bodyPr/>
                    <a:lstStyle/>
                    <a:p>
                      <a:pPr marL="0" lvl="0" indent="0" algn="l" rtl="0">
                        <a:spcBef>
                          <a:spcPts val="0"/>
                        </a:spcBef>
                        <a:spcAft>
                          <a:spcPts val="0"/>
                        </a:spcAft>
                        <a:buNone/>
                      </a:pPr>
                      <a:r>
                        <a:rPr lang="es"/>
                        <a:t>Participant was not able to find a create request form, and thus gets confused.</a:t>
                      </a:r>
                      <a:endParaRPr/>
                    </a:p>
                  </a:txBody>
                  <a:tcPr marL="91425" marR="91425" marT="91425" marB="91425"/>
                </a:tc>
                <a:tc>
                  <a:txBody>
                    <a:bodyPr/>
                    <a:lstStyle/>
                    <a:p>
                      <a:pPr marL="0" lvl="0" indent="0" algn="ctr" rtl="0">
                        <a:spcBef>
                          <a:spcPts val="0"/>
                        </a:spcBef>
                        <a:spcAft>
                          <a:spcPts val="0"/>
                        </a:spcAft>
                        <a:buNone/>
                      </a:pPr>
                      <a:r>
                        <a:rPr lang="es"/>
                        <a:t>No</a:t>
                      </a:r>
                      <a:endParaRPr/>
                    </a:p>
                  </a:txBody>
                  <a:tcPr marL="91425" marR="91425" marT="91425" marB="91425"/>
                </a:tc>
                <a:tc>
                  <a:txBody>
                    <a:bodyPr/>
                    <a:lstStyle/>
                    <a:p>
                      <a:pPr marL="0" lvl="0" indent="0" algn="l" rtl="0">
                        <a:spcBef>
                          <a:spcPts val="0"/>
                        </a:spcBef>
                        <a:spcAft>
                          <a:spcPts val="0"/>
                        </a:spcAft>
                        <a:buNone/>
                      </a:pPr>
                      <a:r>
                        <a:rPr lang="es"/>
                        <a:t>Create form was missing from the requests page and invalid shortcut.</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
                        <a:t>Form validation and error prevention</a:t>
                      </a:r>
                      <a:endParaRPr/>
                    </a:p>
                  </a:txBody>
                  <a:tcPr marL="91425" marR="91425" marT="91425" marB="91425"/>
                </a:tc>
                <a:tc>
                  <a:txBody>
                    <a:bodyPr/>
                    <a:lstStyle/>
                    <a:p>
                      <a:pPr marL="0" lvl="0" indent="0" algn="ctr" rtl="0">
                        <a:spcBef>
                          <a:spcPts val="0"/>
                        </a:spcBef>
                        <a:spcAft>
                          <a:spcPts val="0"/>
                        </a:spcAft>
                        <a:buNone/>
                      </a:pPr>
                      <a:r>
                        <a:rPr lang="es"/>
                        <a:t>No</a:t>
                      </a:r>
                      <a:endParaRPr/>
                    </a:p>
                  </a:txBody>
                  <a:tcPr marL="91425" marR="91425" marT="91425" marB="91425"/>
                </a:tc>
                <a:tc>
                  <a:txBody>
                    <a:bodyPr/>
                    <a:lstStyle/>
                    <a:p>
                      <a:pPr marL="0" lvl="0" indent="0" algn="l" rtl="0">
                        <a:spcBef>
                          <a:spcPts val="0"/>
                        </a:spcBef>
                        <a:spcAft>
                          <a:spcPts val="0"/>
                        </a:spcAft>
                        <a:buNone/>
                      </a:pPr>
                      <a:r>
                        <a:rPr lang="es"/>
                        <a:t>Participant was able to continue with invalid and empty information.</a:t>
                      </a:r>
                      <a:endParaRPr/>
                    </a:p>
                  </a:txBody>
                  <a:tcPr marL="91425" marR="91425" marT="91425" marB="91425"/>
                </a:tc>
                <a:tc>
                  <a:txBody>
                    <a:bodyPr/>
                    <a:lstStyle/>
                    <a:p>
                      <a:pPr marL="0" lvl="0" indent="0" algn="ctr" rtl="0">
                        <a:spcBef>
                          <a:spcPts val="0"/>
                        </a:spcBef>
                        <a:spcAft>
                          <a:spcPts val="0"/>
                        </a:spcAft>
                        <a:buNone/>
                      </a:pPr>
                      <a:r>
                        <a:rPr lang="es"/>
                        <a:t>No</a:t>
                      </a:r>
                      <a:endParaRPr/>
                    </a:p>
                  </a:txBody>
                  <a:tcPr marL="91425" marR="91425" marT="91425" marB="91425"/>
                </a:tc>
                <a:tc>
                  <a:txBody>
                    <a:bodyPr/>
                    <a:lstStyle/>
                    <a:p>
                      <a:pPr marL="0" lvl="0" indent="0" algn="l" rtl="0">
                        <a:spcBef>
                          <a:spcPts val="0"/>
                        </a:spcBef>
                        <a:spcAft>
                          <a:spcPts val="0"/>
                        </a:spcAft>
                        <a:buNone/>
                      </a:pPr>
                      <a:r>
                        <a:rPr lang="es"/>
                        <a:t>The form does not validate required fields.</a:t>
                      </a:r>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6"/>
          <p:cNvSpPr/>
          <p:nvPr/>
        </p:nvSpPr>
        <p:spPr>
          <a:xfrm flipH="1">
            <a:off x="0" y="0"/>
            <a:ext cx="9144000" cy="75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46"/>
          <p:cNvSpPr txBox="1">
            <a:spLocks noGrp="1"/>
          </p:cNvSpPr>
          <p:nvPr>
            <p:ph type="title"/>
          </p:nvPr>
        </p:nvSpPr>
        <p:spPr>
          <a:xfrm flipH="1">
            <a:off x="-30850" y="57900"/>
            <a:ext cx="9144000" cy="70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Testing Measurements &amp; Results - Participant 3</a:t>
            </a:r>
            <a:endParaRPr>
              <a:solidFill>
                <a:schemeClr val="lt1"/>
              </a:solidFill>
            </a:endParaRPr>
          </a:p>
        </p:txBody>
      </p:sp>
      <p:graphicFrame>
        <p:nvGraphicFramePr>
          <p:cNvPr id="293" name="Google Shape;293;p46"/>
          <p:cNvGraphicFramePr/>
          <p:nvPr/>
        </p:nvGraphicFramePr>
        <p:xfrm>
          <a:off x="311479" y="981656"/>
          <a:ext cx="8515200" cy="3931800"/>
        </p:xfrm>
        <a:graphic>
          <a:graphicData uri="http://schemas.openxmlformats.org/drawingml/2006/table">
            <a:tbl>
              <a:tblPr>
                <a:noFill/>
                <a:tableStyleId>{0E96BBDF-1046-4329-9878-BA7F2B78CB18}</a:tableStyleId>
              </a:tblPr>
              <a:tblGrid>
                <a:gridCol w="1546200">
                  <a:extLst>
                    <a:ext uri="{9D8B030D-6E8A-4147-A177-3AD203B41FA5}">
                      <a16:colId xmlns:a16="http://schemas.microsoft.com/office/drawing/2014/main" val="20000"/>
                    </a:ext>
                  </a:extLst>
                </a:gridCol>
                <a:gridCol w="1120200">
                  <a:extLst>
                    <a:ext uri="{9D8B030D-6E8A-4147-A177-3AD203B41FA5}">
                      <a16:colId xmlns:a16="http://schemas.microsoft.com/office/drawing/2014/main" val="20001"/>
                    </a:ext>
                  </a:extLst>
                </a:gridCol>
                <a:gridCol w="2364300">
                  <a:extLst>
                    <a:ext uri="{9D8B030D-6E8A-4147-A177-3AD203B41FA5}">
                      <a16:colId xmlns:a16="http://schemas.microsoft.com/office/drawing/2014/main" val="20002"/>
                    </a:ext>
                  </a:extLst>
                </a:gridCol>
                <a:gridCol w="1139625">
                  <a:extLst>
                    <a:ext uri="{9D8B030D-6E8A-4147-A177-3AD203B41FA5}">
                      <a16:colId xmlns:a16="http://schemas.microsoft.com/office/drawing/2014/main" val="20003"/>
                    </a:ext>
                  </a:extLst>
                </a:gridCol>
                <a:gridCol w="2344875">
                  <a:extLst>
                    <a:ext uri="{9D8B030D-6E8A-4147-A177-3AD203B41FA5}">
                      <a16:colId xmlns:a16="http://schemas.microsoft.com/office/drawing/2014/main" val="20004"/>
                    </a:ext>
                  </a:extLst>
                </a:gridCol>
              </a:tblGrid>
              <a:tr h="381000">
                <a:tc>
                  <a:txBody>
                    <a:bodyPr/>
                    <a:lstStyle/>
                    <a:p>
                      <a:pPr marL="0" lvl="0" indent="0" algn="ctr" rtl="0">
                        <a:spcBef>
                          <a:spcPts val="0"/>
                        </a:spcBef>
                        <a:spcAft>
                          <a:spcPts val="0"/>
                        </a:spcAft>
                        <a:buNone/>
                      </a:pPr>
                      <a:r>
                        <a:rPr lang="es" b="1"/>
                        <a:t>Usability Goal</a:t>
                      </a:r>
                      <a:endParaRPr b="1"/>
                    </a:p>
                  </a:txBody>
                  <a:tcPr marL="91425" marR="91425" marT="91425" marB="91425"/>
                </a:tc>
                <a:tc>
                  <a:txBody>
                    <a:bodyPr/>
                    <a:lstStyle/>
                    <a:p>
                      <a:pPr marL="0" lvl="0" indent="0" algn="ctr" rtl="0">
                        <a:spcBef>
                          <a:spcPts val="0"/>
                        </a:spcBef>
                        <a:spcAft>
                          <a:spcPts val="0"/>
                        </a:spcAft>
                        <a:buNone/>
                      </a:pPr>
                      <a:r>
                        <a:rPr lang="es" b="1"/>
                        <a:t>Task completed</a:t>
                      </a:r>
                      <a:endParaRPr b="1"/>
                    </a:p>
                  </a:txBody>
                  <a:tcPr marL="91425" marR="91425" marT="91425" marB="91425"/>
                </a:tc>
                <a:tc>
                  <a:txBody>
                    <a:bodyPr/>
                    <a:lstStyle/>
                    <a:p>
                      <a:pPr marL="0" lvl="0" indent="0" algn="ctr" rtl="0">
                        <a:spcBef>
                          <a:spcPts val="0"/>
                        </a:spcBef>
                        <a:spcAft>
                          <a:spcPts val="0"/>
                        </a:spcAft>
                        <a:buNone/>
                      </a:pPr>
                      <a:r>
                        <a:rPr lang="es" b="1"/>
                        <a:t>Problems faced</a:t>
                      </a:r>
                      <a:endParaRPr b="1"/>
                    </a:p>
                  </a:txBody>
                  <a:tcPr marL="91425" marR="91425" marT="91425" marB="91425"/>
                </a:tc>
                <a:tc>
                  <a:txBody>
                    <a:bodyPr/>
                    <a:lstStyle/>
                    <a:p>
                      <a:pPr marL="0" lvl="0" indent="0" algn="ctr" rtl="0">
                        <a:spcBef>
                          <a:spcPts val="0"/>
                        </a:spcBef>
                        <a:spcAft>
                          <a:spcPts val="0"/>
                        </a:spcAft>
                        <a:buNone/>
                      </a:pPr>
                      <a:r>
                        <a:rPr lang="es" b="1"/>
                        <a:t>Assistance Required</a:t>
                      </a:r>
                      <a:endParaRPr b="1"/>
                    </a:p>
                  </a:txBody>
                  <a:tcPr marL="91425" marR="91425" marT="91425" marB="91425"/>
                </a:tc>
                <a:tc>
                  <a:txBody>
                    <a:bodyPr/>
                    <a:lstStyle/>
                    <a:p>
                      <a:pPr marL="0" lvl="0" indent="0" algn="ctr" rtl="0">
                        <a:spcBef>
                          <a:spcPts val="0"/>
                        </a:spcBef>
                        <a:spcAft>
                          <a:spcPts val="0"/>
                        </a:spcAft>
                        <a:buNone/>
                      </a:pPr>
                      <a:r>
                        <a:rPr lang="es" b="1"/>
                        <a:t>Observation</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a:t>Efficient Asset Discovery</a:t>
                      </a:r>
                      <a:endParaRPr/>
                    </a:p>
                  </a:txBody>
                  <a:tcPr marL="91425" marR="91425" marT="91425" marB="91425"/>
                </a:tc>
                <a:tc>
                  <a:txBody>
                    <a:bodyPr/>
                    <a:lstStyle/>
                    <a:p>
                      <a:pPr marL="0" lvl="0" indent="0" algn="ctr" rtl="0">
                        <a:spcBef>
                          <a:spcPts val="0"/>
                        </a:spcBef>
                        <a:spcAft>
                          <a:spcPts val="0"/>
                        </a:spcAft>
                        <a:buNone/>
                      </a:pPr>
                      <a:r>
                        <a:rPr lang="es"/>
                        <a:t>Yes</a:t>
                      </a:r>
                      <a:endParaRPr/>
                    </a:p>
                  </a:txBody>
                  <a:tcPr marL="91425" marR="91425" marT="91425" marB="91425"/>
                </a:tc>
                <a:tc>
                  <a:txBody>
                    <a:bodyPr/>
                    <a:lstStyle/>
                    <a:p>
                      <a:pPr marL="0" lvl="0" indent="0" algn="l" rtl="0">
                        <a:spcBef>
                          <a:spcPts val="0"/>
                        </a:spcBef>
                        <a:spcAft>
                          <a:spcPts val="0"/>
                        </a:spcAft>
                        <a:buNone/>
                      </a:pPr>
                      <a:r>
                        <a:rPr lang="es"/>
                        <a:t>Participant’s concern was why unavailable assets were displayed when they were not requested.</a:t>
                      </a:r>
                      <a:endParaRPr/>
                    </a:p>
                  </a:txBody>
                  <a:tcPr marL="91425" marR="91425" marT="91425" marB="91425"/>
                </a:tc>
                <a:tc>
                  <a:txBody>
                    <a:bodyPr/>
                    <a:lstStyle/>
                    <a:p>
                      <a:pPr marL="0" lvl="0" indent="0" algn="ctr" rtl="0">
                        <a:spcBef>
                          <a:spcPts val="0"/>
                        </a:spcBef>
                        <a:spcAft>
                          <a:spcPts val="0"/>
                        </a:spcAft>
                        <a:buNone/>
                      </a:pPr>
                      <a:r>
                        <a:rPr lang="es"/>
                        <a:t>No</a:t>
                      </a:r>
                      <a:endParaRPr/>
                    </a:p>
                  </a:txBody>
                  <a:tcPr marL="91425" marR="91425" marT="91425" marB="91425"/>
                </a:tc>
                <a:tc>
                  <a:txBody>
                    <a:bodyPr/>
                    <a:lstStyle/>
                    <a:p>
                      <a:pPr marL="0" lvl="0" indent="0" algn="l" rtl="0">
                        <a:spcBef>
                          <a:spcPts val="0"/>
                        </a:spcBef>
                        <a:spcAft>
                          <a:spcPts val="0"/>
                        </a:spcAft>
                        <a:buNone/>
                      </a:pPr>
                      <a:r>
                        <a:rPr lang="es"/>
                        <a:t>Asset discovery was straightforward but an option to hide/ filter assets for availability is required.</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
                        <a:t>Low effort request submission</a:t>
                      </a:r>
                      <a:endParaRPr/>
                    </a:p>
                  </a:txBody>
                  <a:tcPr marL="91425" marR="91425" marT="91425" marB="91425"/>
                </a:tc>
                <a:tc>
                  <a:txBody>
                    <a:bodyPr/>
                    <a:lstStyle/>
                    <a:p>
                      <a:pPr marL="0" lvl="0" indent="0" algn="ctr" rtl="0">
                        <a:spcBef>
                          <a:spcPts val="0"/>
                        </a:spcBef>
                        <a:spcAft>
                          <a:spcPts val="0"/>
                        </a:spcAft>
                        <a:buNone/>
                      </a:pPr>
                      <a:r>
                        <a:rPr lang="es"/>
                        <a:t>Yes</a:t>
                      </a:r>
                      <a:endParaRPr/>
                    </a:p>
                  </a:txBody>
                  <a:tcPr marL="91425" marR="91425" marT="91425" marB="91425"/>
                </a:tc>
                <a:tc>
                  <a:txBody>
                    <a:bodyPr/>
                    <a:lstStyle/>
                    <a:p>
                      <a:pPr marL="0" lvl="0" indent="0" algn="l" rtl="0">
                        <a:spcBef>
                          <a:spcPts val="0"/>
                        </a:spcBef>
                        <a:spcAft>
                          <a:spcPts val="0"/>
                        </a:spcAft>
                        <a:buNone/>
                      </a:pPr>
                      <a:r>
                        <a:rPr lang="es"/>
                        <a:t>Participant had difficulty in distinguishing selected assets from other assets displayed in the form.</a:t>
                      </a:r>
                      <a:endParaRPr/>
                    </a:p>
                  </a:txBody>
                  <a:tcPr marL="91425" marR="91425" marT="91425" marB="91425"/>
                </a:tc>
                <a:tc>
                  <a:txBody>
                    <a:bodyPr/>
                    <a:lstStyle/>
                    <a:p>
                      <a:pPr marL="0" lvl="0" indent="0" algn="ctr" rtl="0">
                        <a:spcBef>
                          <a:spcPts val="0"/>
                        </a:spcBef>
                        <a:spcAft>
                          <a:spcPts val="0"/>
                        </a:spcAft>
                        <a:buNone/>
                      </a:pPr>
                      <a:r>
                        <a:rPr lang="es"/>
                        <a:t>No</a:t>
                      </a:r>
                      <a:endParaRPr/>
                    </a:p>
                  </a:txBody>
                  <a:tcPr marL="91425" marR="91425" marT="91425" marB="91425"/>
                </a:tc>
                <a:tc>
                  <a:txBody>
                    <a:bodyPr/>
                    <a:lstStyle/>
                    <a:p>
                      <a:pPr marL="0" lvl="0" indent="0" algn="l" rtl="0">
                        <a:spcBef>
                          <a:spcPts val="0"/>
                        </a:spcBef>
                        <a:spcAft>
                          <a:spcPts val="0"/>
                        </a:spcAft>
                        <a:buNone/>
                      </a:pPr>
                      <a:r>
                        <a:rPr lang="es"/>
                        <a:t>Selected asset should be separate from other non-selected assets.</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
                        <a:t>Form validation and error prevention</a:t>
                      </a:r>
                      <a:endParaRPr/>
                    </a:p>
                  </a:txBody>
                  <a:tcPr marL="91425" marR="91425" marT="91425" marB="91425"/>
                </a:tc>
                <a:tc>
                  <a:txBody>
                    <a:bodyPr/>
                    <a:lstStyle/>
                    <a:p>
                      <a:pPr marL="0" lvl="0" indent="0" algn="ctr" rtl="0">
                        <a:spcBef>
                          <a:spcPts val="0"/>
                        </a:spcBef>
                        <a:spcAft>
                          <a:spcPts val="0"/>
                        </a:spcAft>
                        <a:buNone/>
                      </a:pPr>
                      <a:r>
                        <a:rPr lang="es"/>
                        <a:t>No</a:t>
                      </a:r>
                      <a:endParaRPr/>
                    </a:p>
                  </a:txBody>
                  <a:tcPr marL="91425" marR="91425" marT="91425" marB="91425"/>
                </a:tc>
                <a:tc>
                  <a:txBody>
                    <a:bodyPr/>
                    <a:lstStyle/>
                    <a:p>
                      <a:pPr marL="0" lvl="0" indent="0" algn="l" rtl="0">
                        <a:spcBef>
                          <a:spcPts val="0"/>
                        </a:spcBef>
                        <a:spcAft>
                          <a:spcPts val="0"/>
                        </a:spcAft>
                        <a:buNone/>
                      </a:pPr>
                      <a:r>
                        <a:rPr lang="es"/>
                        <a:t>Participant could proceed to the review form with invalid information and no proper validation error was provided</a:t>
                      </a:r>
                      <a:endParaRPr/>
                    </a:p>
                  </a:txBody>
                  <a:tcPr marL="91425" marR="91425" marT="91425" marB="91425"/>
                </a:tc>
                <a:tc>
                  <a:txBody>
                    <a:bodyPr/>
                    <a:lstStyle/>
                    <a:p>
                      <a:pPr marL="0" lvl="0" indent="0" algn="ctr" rtl="0">
                        <a:spcBef>
                          <a:spcPts val="0"/>
                        </a:spcBef>
                        <a:spcAft>
                          <a:spcPts val="0"/>
                        </a:spcAft>
                        <a:buNone/>
                      </a:pPr>
                      <a:r>
                        <a:rPr lang="es"/>
                        <a:t>No</a:t>
                      </a:r>
                      <a:endParaRPr/>
                    </a:p>
                  </a:txBody>
                  <a:tcPr marL="91425" marR="91425" marT="91425" marB="91425"/>
                </a:tc>
                <a:tc>
                  <a:txBody>
                    <a:bodyPr/>
                    <a:lstStyle/>
                    <a:p>
                      <a:pPr marL="0" lvl="0" indent="0" algn="l" rtl="0">
                        <a:spcBef>
                          <a:spcPts val="0"/>
                        </a:spcBef>
                        <a:spcAft>
                          <a:spcPts val="0"/>
                        </a:spcAft>
                        <a:buNone/>
                      </a:pPr>
                      <a:r>
                        <a:rPr lang="es"/>
                        <a:t>Form validation should check required fields and invalid values before allowing the user to continue.</a:t>
                      </a:r>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47"/>
          <p:cNvSpPr/>
          <p:nvPr/>
        </p:nvSpPr>
        <p:spPr>
          <a:xfrm flipH="1">
            <a:off x="0" y="0"/>
            <a:ext cx="9144000" cy="75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47"/>
          <p:cNvSpPr txBox="1">
            <a:spLocks noGrp="1"/>
          </p:cNvSpPr>
          <p:nvPr>
            <p:ph type="title"/>
          </p:nvPr>
        </p:nvSpPr>
        <p:spPr>
          <a:xfrm flipH="1">
            <a:off x="-30850" y="57900"/>
            <a:ext cx="9144000" cy="70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Graph: Task completion by usability goal</a:t>
            </a:r>
            <a:endParaRPr>
              <a:solidFill>
                <a:schemeClr val="lt1"/>
              </a:solidFill>
            </a:endParaRPr>
          </a:p>
        </p:txBody>
      </p:sp>
      <p:pic>
        <p:nvPicPr>
          <p:cNvPr id="300" name="Google Shape;300;p47" title="Points scored"/>
          <p:cNvPicPr preferRelativeResize="0"/>
          <p:nvPr/>
        </p:nvPicPr>
        <p:blipFill>
          <a:blip r:embed="rId3">
            <a:alphaModFix/>
          </a:blip>
          <a:stretch>
            <a:fillRect/>
          </a:stretch>
        </p:blipFill>
        <p:spPr>
          <a:xfrm>
            <a:off x="152400" y="911100"/>
            <a:ext cx="6221850" cy="4102101"/>
          </a:xfrm>
          <a:prstGeom prst="rect">
            <a:avLst/>
          </a:prstGeom>
          <a:noFill/>
          <a:ln>
            <a:noFill/>
          </a:ln>
        </p:spPr>
      </p:pic>
      <p:sp>
        <p:nvSpPr>
          <p:cNvPr id="301" name="Google Shape;301;p47"/>
          <p:cNvSpPr txBox="1">
            <a:spLocks noGrp="1"/>
          </p:cNvSpPr>
          <p:nvPr>
            <p:ph type="subTitle" idx="1"/>
          </p:nvPr>
        </p:nvSpPr>
        <p:spPr>
          <a:xfrm>
            <a:off x="6473750" y="944925"/>
            <a:ext cx="2460900" cy="35661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s" b="1">
                <a:latin typeface="Open Sans"/>
                <a:ea typeface="Open Sans"/>
                <a:cs typeface="Open Sans"/>
                <a:sym typeface="Open Sans"/>
              </a:rPr>
              <a:t>Conclusion:</a:t>
            </a:r>
            <a:endParaRPr b="1">
              <a:latin typeface="Open Sans"/>
              <a:ea typeface="Open Sans"/>
              <a:cs typeface="Open Sans"/>
              <a:sym typeface="Open Sans"/>
            </a:endParaRPr>
          </a:p>
          <a:p>
            <a:pPr marL="0" lvl="0" indent="0" algn="l" rtl="0">
              <a:lnSpc>
                <a:spcPct val="150000"/>
              </a:lnSpc>
              <a:spcBef>
                <a:spcPts val="0"/>
              </a:spcBef>
              <a:spcAft>
                <a:spcPts val="0"/>
              </a:spcAft>
              <a:buNone/>
            </a:pPr>
            <a:r>
              <a:rPr lang="es"/>
              <a:t>All the 3 participants were able to complete the first 2 usability goal which are:</a:t>
            </a:r>
            <a:r>
              <a:rPr lang="es" b="1">
                <a:latin typeface="Open Sans"/>
                <a:ea typeface="Open Sans"/>
                <a:cs typeface="Open Sans"/>
                <a:sym typeface="Open Sans"/>
              </a:rPr>
              <a:t> Efficient Asset Discovery </a:t>
            </a:r>
            <a:r>
              <a:rPr lang="es"/>
              <a:t>and </a:t>
            </a:r>
            <a:r>
              <a:rPr lang="es" b="1">
                <a:latin typeface="Open Sans"/>
                <a:ea typeface="Open Sans"/>
                <a:cs typeface="Open Sans"/>
                <a:sym typeface="Open Sans"/>
              </a:rPr>
              <a:t>Low effort request submission</a:t>
            </a:r>
            <a:endParaRPr b="1">
              <a:latin typeface="Open Sans"/>
              <a:ea typeface="Open Sans"/>
              <a:cs typeface="Open Sans"/>
              <a:sym typeface="Open Sans"/>
            </a:endParaRPr>
          </a:p>
          <a:p>
            <a:pPr marL="0" lvl="0" indent="0" algn="l" rtl="0">
              <a:lnSpc>
                <a:spcPct val="150000"/>
              </a:lnSpc>
              <a:spcBef>
                <a:spcPts val="0"/>
              </a:spcBef>
              <a:spcAft>
                <a:spcPts val="0"/>
              </a:spcAft>
              <a:buNone/>
            </a:pPr>
            <a:r>
              <a:rPr lang="es"/>
              <a:t>but they were not able to complete the last usability goal i.e. </a:t>
            </a:r>
            <a:r>
              <a:rPr lang="es" b="1">
                <a:latin typeface="Open Sans"/>
                <a:ea typeface="Open Sans"/>
                <a:cs typeface="Open Sans"/>
                <a:sym typeface="Open Sans"/>
              </a:rPr>
              <a:t>Form validation and error prevention.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8"/>
          <p:cNvSpPr/>
          <p:nvPr/>
        </p:nvSpPr>
        <p:spPr>
          <a:xfrm flipH="1">
            <a:off x="0" y="0"/>
            <a:ext cx="9144000" cy="75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8"/>
          <p:cNvSpPr txBox="1">
            <a:spLocks noGrp="1"/>
          </p:cNvSpPr>
          <p:nvPr>
            <p:ph type="title"/>
          </p:nvPr>
        </p:nvSpPr>
        <p:spPr>
          <a:xfrm flipH="1">
            <a:off x="-30850" y="57900"/>
            <a:ext cx="9144000" cy="70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Graph: Problems identified by the participant</a:t>
            </a:r>
            <a:endParaRPr>
              <a:solidFill>
                <a:schemeClr val="lt1"/>
              </a:solidFill>
            </a:endParaRPr>
          </a:p>
        </p:txBody>
      </p:sp>
      <p:sp>
        <p:nvSpPr>
          <p:cNvPr id="308" name="Google Shape;308;p48"/>
          <p:cNvSpPr txBox="1">
            <a:spLocks noGrp="1"/>
          </p:cNvSpPr>
          <p:nvPr>
            <p:ph type="subTitle" idx="1"/>
          </p:nvPr>
        </p:nvSpPr>
        <p:spPr>
          <a:xfrm>
            <a:off x="6457606" y="815772"/>
            <a:ext cx="2460900" cy="40293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s" b="1">
                <a:latin typeface="Open Sans"/>
                <a:ea typeface="Open Sans"/>
                <a:cs typeface="Open Sans"/>
                <a:sym typeface="Open Sans"/>
              </a:rPr>
              <a:t>Efficient Asset Discovery</a:t>
            </a:r>
            <a:endParaRPr b="1">
              <a:latin typeface="Open Sans"/>
              <a:ea typeface="Open Sans"/>
              <a:cs typeface="Open Sans"/>
              <a:sym typeface="Open Sans"/>
            </a:endParaRPr>
          </a:p>
          <a:p>
            <a:pPr marL="0" lvl="0" indent="0" algn="l" rtl="0">
              <a:lnSpc>
                <a:spcPct val="150000"/>
              </a:lnSpc>
              <a:spcBef>
                <a:spcPts val="0"/>
              </a:spcBef>
              <a:spcAft>
                <a:spcPts val="0"/>
              </a:spcAft>
              <a:buNone/>
            </a:pPr>
            <a:r>
              <a:rPr lang="es"/>
              <a:t>- Participant 1 was satisfied by the application and did not identify a problem in the flow.</a:t>
            </a:r>
            <a:endParaRPr/>
          </a:p>
          <a:p>
            <a:pPr marL="0" lvl="0" indent="0" algn="l" rtl="0">
              <a:lnSpc>
                <a:spcPct val="150000"/>
              </a:lnSpc>
              <a:spcBef>
                <a:spcPts val="0"/>
              </a:spcBef>
              <a:spcAft>
                <a:spcPts val="0"/>
              </a:spcAft>
              <a:buNone/>
            </a:pPr>
            <a:endParaRPr/>
          </a:p>
          <a:p>
            <a:pPr marL="0" lvl="0" indent="0" algn="l" rtl="0">
              <a:lnSpc>
                <a:spcPct val="150000"/>
              </a:lnSpc>
              <a:spcBef>
                <a:spcPts val="0"/>
              </a:spcBef>
              <a:spcAft>
                <a:spcPts val="0"/>
              </a:spcAft>
              <a:buNone/>
            </a:pPr>
            <a:r>
              <a:rPr lang="es" b="1">
                <a:latin typeface="Open Sans"/>
                <a:ea typeface="Open Sans"/>
                <a:cs typeface="Open Sans"/>
                <a:sym typeface="Open Sans"/>
              </a:rPr>
              <a:t>Low effort request submission</a:t>
            </a:r>
            <a:endParaRPr b="1">
              <a:latin typeface="Open Sans"/>
              <a:ea typeface="Open Sans"/>
              <a:cs typeface="Open Sans"/>
              <a:sym typeface="Open Sans"/>
            </a:endParaRPr>
          </a:p>
          <a:p>
            <a:pPr marL="0" lvl="0" indent="0" algn="l" rtl="0">
              <a:lnSpc>
                <a:spcPct val="150000"/>
              </a:lnSpc>
              <a:spcBef>
                <a:spcPts val="0"/>
              </a:spcBef>
              <a:spcAft>
                <a:spcPts val="0"/>
              </a:spcAft>
              <a:buNone/>
            </a:pPr>
            <a:r>
              <a:rPr lang="es"/>
              <a:t>- All three participant found that the create request form shortcut redirection is not working as expected.</a:t>
            </a:r>
            <a:endParaRPr/>
          </a:p>
          <a:p>
            <a:pPr marL="0" lvl="0" indent="0" algn="l" rtl="0">
              <a:lnSpc>
                <a:spcPct val="150000"/>
              </a:lnSpc>
              <a:spcBef>
                <a:spcPts val="0"/>
              </a:spcBef>
              <a:spcAft>
                <a:spcPts val="0"/>
              </a:spcAft>
              <a:buNone/>
            </a:pPr>
            <a:endParaRPr/>
          </a:p>
          <a:p>
            <a:pPr marL="0" lvl="0" indent="0" algn="l" rtl="0">
              <a:lnSpc>
                <a:spcPct val="150000"/>
              </a:lnSpc>
              <a:spcBef>
                <a:spcPts val="0"/>
              </a:spcBef>
              <a:spcAft>
                <a:spcPts val="0"/>
              </a:spcAft>
              <a:buNone/>
            </a:pPr>
            <a:r>
              <a:rPr lang="es" b="1">
                <a:latin typeface="Open Sans"/>
                <a:ea typeface="Open Sans"/>
                <a:cs typeface="Open Sans"/>
                <a:sym typeface="Open Sans"/>
              </a:rPr>
              <a:t>Form validation and error prevention</a:t>
            </a:r>
            <a:endParaRPr b="1">
              <a:latin typeface="Open Sans"/>
              <a:ea typeface="Open Sans"/>
              <a:cs typeface="Open Sans"/>
              <a:sym typeface="Open Sans"/>
            </a:endParaRPr>
          </a:p>
          <a:p>
            <a:pPr marL="0" lvl="0" indent="0" algn="l" rtl="0">
              <a:lnSpc>
                <a:spcPct val="150000"/>
              </a:lnSpc>
              <a:spcBef>
                <a:spcPts val="0"/>
              </a:spcBef>
              <a:spcAft>
                <a:spcPts val="0"/>
              </a:spcAft>
              <a:buNone/>
            </a:pPr>
            <a:r>
              <a:rPr lang="es"/>
              <a:t>- Participant feels a feedback message stating at least 1 asset should be selected. Contact details should be mandatory.</a:t>
            </a:r>
            <a:endParaRPr/>
          </a:p>
        </p:txBody>
      </p:sp>
      <p:pic>
        <p:nvPicPr>
          <p:cNvPr id="309" name="Google Shape;309;p48" title="Points scored"/>
          <p:cNvPicPr preferRelativeResize="0"/>
          <p:nvPr/>
        </p:nvPicPr>
        <p:blipFill>
          <a:blip r:embed="rId3">
            <a:alphaModFix/>
          </a:blip>
          <a:stretch>
            <a:fillRect/>
          </a:stretch>
        </p:blipFill>
        <p:spPr>
          <a:xfrm>
            <a:off x="152400" y="911100"/>
            <a:ext cx="6168948" cy="381446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3"/>
        <p:cNvGrpSpPr/>
        <p:nvPr/>
      </p:nvGrpSpPr>
      <p:grpSpPr>
        <a:xfrm>
          <a:off x="0" y="0"/>
          <a:ext cx="0" cy="0"/>
          <a:chOff x="0" y="0"/>
          <a:chExt cx="0" cy="0"/>
        </a:xfrm>
      </p:grpSpPr>
      <p:sp>
        <p:nvSpPr>
          <p:cNvPr id="314" name="Google Shape;314;p49"/>
          <p:cNvSpPr txBox="1">
            <a:spLocks noGrp="1"/>
          </p:cNvSpPr>
          <p:nvPr>
            <p:ph type="ctrTitle"/>
          </p:nvPr>
        </p:nvSpPr>
        <p:spPr>
          <a:xfrm flipH="1">
            <a:off x="3932027" y="2243225"/>
            <a:ext cx="3470700" cy="192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solidFill>
                  <a:schemeClr val="lt1"/>
                </a:solidFill>
              </a:rPr>
              <a:t>Usability</a:t>
            </a:r>
            <a:endParaRPr>
              <a:solidFill>
                <a:schemeClr val="lt1"/>
              </a:solidFill>
            </a:endParaRPr>
          </a:p>
          <a:p>
            <a:pPr marL="0" lvl="0" indent="0" algn="l" rtl="0">
              <a:spcBef>
                <a:spcPts val="0"/>
              </a:spcBef>
              <a:spcAft>
                <a:spcPts val="0"/>
              </a:spcAft>
              <a:buNone/>
            </a:pPr>
            <a:r>
              <a:rPr lang="es">
                <a:solidFill>
                  <a:schemeClr val="lt1"/>
                </a:solidFill>
              </a:rPr>
              <a:t>Improvements</a:t>
            </a:r>
            <a:endParaRPr>
              <a:solidFill>
                <a:schemeClr val="lt1"/>
              </a:solidFill>
            </a:endParaRPr>
          </a:p>
        </p:txBody>
      </p:sp>
      <p:sp>
        <p:nvSpPr>
          <p:cNvPr id="315" name="Google Shape;315;p49"/>
          <p:cNvSpPr txBox="1">
            <a:spLocks noGrp="1"/>
          </p:cNvSpPr>
          <p:nvPr>
            <p:ph type="title" idx="2"/>
          </p:nvPr>
        </p:nvSpPr>
        <p:spPr>
          <a:xfrm flipH="1">
            <a:off x="-796892" y="2419325"/>
            <a:ext cx="4488300" cy="1622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s">
                <a:solidFill>
                  <a:schemeClr val="lt1"/>
                </a:solidFill>
              </a:rPr>
              <a:t>05</a:t>
            </a:r>
            <a:endParaRPr>
              <a:solidFill>
                <a:schemeClr val="l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50"/>
          <p:cNvSpPr/>
          <p:nvPr/>
        </p:nvSpPr>
        <p:spPr>
          <a:xfrm flipH="1">
            <a:off x="0" y="0"/>
            <a:ext cx="9144000" cy="75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50"/>
          <p:cNvSpPr txBox="1">
            <a:spLocks noGrp="1"/>
          </p:cNvSpPr>
          <p:nvPr>
            <p:ph type="title"/>
          </p:nvPr>
        </p:nvSpPr>
        <p:spPr>
          <a:xfrm flipH="1">
            <a:off x="-30850" y="57900"/>
            <a:ext cx="9144000" cy="70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Efficient Asset Discovery - Improvement</a:t>
            </a:r>
            <a:endParaRPr>
              <a:solidFill>
                <a:schemeClr val="lt1"/>
              </a:solidFill>
            </a:endParaRPr>
          </a:p>
        </p:txBody>
      </p:sp>
      <p:graphicFrame>
        <p:nvGraphicFramePr>
          <p:cNvPr id="322" name="Google Shape;322;p50"/>
          <p:cNvGraphicFramePr/>
          <p:nvPr/>
        </p:nvGraphicFramePr>
        <p:xfrm>
          <a:off x="330918" y="1001095"/>
          <a:ext cx="8509050" cy="3230700"/>
        </p:xfrm>
        <a:graphic>
          <a:graphicData uri="http://schemas.openxmlformats.org/drawingml/2006/table">
            <a:tbl>
              <a:tblPr>
                <a:noFill/>
                <a:tableStyleId>{0E96BBDF-1046-4329-9878-BA7F2B78CB18}</a:tableStyleId>
              </a:tblPr>
              <a:tblGrid>
                <a:gridCol w="1688700">
                  <a:extLst>
                    <a:ext uri="{9D8B030D-6E8A-4147-A177-3AD203B41FA5}">
                      <a16:colId xmlns:a16="http://schemas.microsoft.com/office/drawing/2014/main" val="20000"/>
                    </a:ext>
                  </a:extLst>
                </a:gridCol>
                <a:gridCol w="682035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s" b="1"/>
                        <a:t>Area</a:t>
                      </a:r>
                      <a:endParaRPr b="1"/>
                    </a:p>
                  </a:txBody>
                  <a:tcPr marL="91425" marR="91425" marT="91425" marB="91425"/>
                </a:tc>
                <a:tc>
                  <a:txBody>
                    <a:bodyPr/>
                    <a:lstStyle/>
                    <a:p>
                      <a:pPr marL="0" lvl="0" indent="0" algn="l" rtl="0">
                        <a:spcBef>
                          <a:spcPts val="0"/>
                        </a:spcBef>
                        <a:spcAft>
                          <a:spcPts val="0"/>
                        </a:spcAft>
                        <a:buNone/>
                      </a:pPr>
                      <a:r>
                        <a:rPr lang="es" b="1"/>
                        <a:t>Details</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a:t>Finding</a:t>
                      </a:r>
                      <a:endParaRPr/>
                    </a:p>
                  </a:txBody>
                  <a:tcPr marL="91425" marR="91425" marT="91425" marB="91425"/>
                </a:tc>
                <a:tc>
                  <a:txBody>
                    <a:bodyPr/>
                    <a:lstStyle/>
                    <a:p>
                      <a:pPr marL="0" lvl="0" indent="0" algn="l" rtl="0">
                        <a:spcBef>
                          <a:spcPts val="0"/>
                        </a:spcBef>
                        <a:spcAft>
                          <a:spcPts val="0"/>
                        </a:spcAft>
                        <a:buNone/>
                      </a:pPr>
                      <a:r>
                        <a:rPr lang="es"/>
                        <a:t>Participants were able to  find suitable assets successfully but they questioned why unavailable assets were displayed together with requestable assets.</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
                        <a:t>Usability Issue</a:t>
                      </a:r>
                      <a:endParaRPr/>
                    </a:p>
                  </a:txBody>
                  <a:tcPr marL="91425" marR="91425" marT="91425" marB="91425"/>
                </a:tc>
                <a:tc>
                  <a:txBody>
                    <a:bodyPr/>
                    <a:lstStyle/>
                    <a:p>
                      <a:pPr marL="0" lvl="0" indent="0" algn="l" rtl="0">
                        <a:spcBef>
                          <a:spcPts val="0"/>
                        </a:spcBef>
                        <a:spcAft>
                          <a:spcPts val="0"/>
                        </a:spcAft>
                        <a:buNone/>
                      </a:pPr>
                      <a:r>
                        <a:rPr lang="es"/>
                        <a:t>Users have to manually distinguish between available, limited and unavailable assets.</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
                        <a:t>Recommendation</a:t>
                      </a:r>
                      <a:endParaRPr/>
                    </a:p>
                  </a:txBody>
                  <a:tcPr marL="91425" marR="91425" marT="91425" marB="91425"/>
                </a:tc>
                <a:tc>
                  <a:txBody>
                    <a:bodyPr/>
                    <a:lstStyle/>
                    <a:p>
                      <a:pPr marL="0" lvl="0" indent="0" algn="l" rtl="0">
                        <a:spcBef>
                          <a:spcPts val="0"/>
                        </a:spcBef>
                        <a:spcAft>
                          <a:spcPts val="0"/>
                        </a:spcAft>
                        <a:buNone/>
                      </a:pPr>
                      <a:r>
                        <a:rPr lang="es"/>
                        <a:t>Introduce a filter option which let user filter the asset based on asset availability.</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s"/>
                        <a:t>Implementation</a:t>
                      </a:r>
                      <a:endParaRPr/>
                    </a:p>
                  </a:txBody>
                  <a:tcPr marL="91425" marR="91425" marT="91425" marB="91425"/>
                </a:tc>
                <a:tc>
                  <a:txBody>
                    <a:bodyPr/>
                    <a:lstStyle/>
                    <a:p>
                      <a:pPr marL="0" lvl="0" indent="0" algn="l" rtl="0">
                        <a:spcBef>
                          <a:spcPts val="0"/>
                        </a:spcBef>
                        <a:spcAft>
                          <a:spcPts val="0"/>
                        </a:spcAft>
                        <a:buNone/>
                      </a:pPr>
                      <a:r>
                        <a:rPr lang="es"/>
                        <a:t>By default, user will see only the assets which are requestable but user can choose to see the unavailable assets from the filter.</a:t>
                      </a: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s"/>
                        <a:t>Usability Principle</a:t>
                      </a:r>
                      <a:endParaRPr/>
                    </a:p>
                  </a:txBody>
                  <a:tcPr marL="91425" marR="91425" marT="91425" marB="91425"/>
                </a:tc>
                <a:tc>
                  <a:txBody>
                    <a:bodyPr/>
                    <a:lstStyle/>
                    <a:p>
                      <a:pPr marL="0" lvl="0" indent="0" algn="l" rtl="0">
                        <a:spcBef>
                          <a:spcPts val="0"/>
                        </a:spcBef>
                        <a:spcAft>
                          <a:spcPts val="0"/>
                        </a:spcAft>
                        <a:buNone/>
                      </a:pPr>
                      <a:r>
                        <a:rPr lang="es"/>
                        <a:t>Efficient information presentation - shows users only the information which is relevant to their current task.</a:t>
                      </a:r>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51"/>
          <p:cNvSpPr/>
          <p:nvPr/>
        </p:nvSpPr>
        <p:spPr>
          <a:xfrm flipH="1">
            <a:off x="0" y="0"/>
            <a:ext cx="9144000" cy="75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51"/>
          <p:cNvSpPr txBox="1">
            <a:spLocks noGrp="1"/>
          </p:cNvSpPr>
          <p:nvPr>
            <p:ph type="title"/>
          </p:nvPr>
        </p:nvSpPr>
        <p:spPr>
          <a:xfrm flipH="1">
            <a:off x="-30850" y="57900"/>
            <a:ext cx="9144000" cy="70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Low-Effort Request Submission - Improvement</a:t>
            </a:r>
            <a:endParaRPr>
              <a:solidFill>
                <a:schemeClr val="lt1"/>
              </a:solidFill>
            </a:endParaRPr>
          </a:p>
        </p:txBody>
      </p:sp>
      <p:graphicFrame>
        <p:nvGraphicFramePr>
          <p:cNvPr id="329" name="Google Shape;329;p51"/>
          <p:cNvGraphicFramePr/>
          <p:nvPr/>
        </p:nvGraphicFramePr>
        <p:xfrm>
          <a:off x="136018" y="865509"/>
          <a:ext cx="8831050" cy="4084140"/>
        </p:xfrm>
        <a:graphic>
          <a:graphicData uri="http://schemas.openxmlformats.org/drawingml/2006/table">
            <a:tbl>
              <a:tblPr>
                <a:noFill/>
                <a:tableStyleId>{0E96BBDF-1046-4329-9878-BA7F2B78CB18}</a:tableStyleId>
              </a:tblPr>
              <a:tblGrid>
                <a:gridCol w="1706375">
                  <a:extLst>
                    <a:ext uri="{9D8B030D-6E8A-4147-A177-3AD203B41FA5}">
                      <a16:colId xmlns:a16="http://schemas.microsoft.com/office/drawing/2014/main" val="20000"/>
                    </a:ext>
                  </a:extLst>
                </a:gridCol>
                <a:gridCol w="7124675">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s" b="1"/>
                        <a:t>Area</a:t>
                      </a:r>
                      <a:endParaRPr b="1"/>
                    </a:p>
                  </a:txBody>
                  <a:tcPr marL="91425" marR="91425" marT="91425" marB="91425"/>
                </a:tc>
                <a:tc>
                  <a:txBody>
                    <a:bodyPr/>
                    <a:lstStyle/>
                    <a:p>
                      <a:pPr marL="0" lvl="0" indent="0" algn="l" rtl="0">
                        <a:spcBef>
                          <a:spcPts val="0"/>
                        </a:spcBef>
                        <a:spcAft>
                          <a:spcPts val="0"/>
                        </a:spcAft>
                        <a:buNone/>
                      </a:pPr>
                      <a:r>
                        <a:rPr lang="es" b="1"/>
                        <a:t>Details</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a:t>Finding</a:t>
                      </a:r>
                      <a:endParaRPr/>
                    </a:p>
                  </a:txBody>
                  <a:tcPr marL="91425" marR="91425" marT="91425" marB="91425"/>
                </a:tc>
                <a:tc>
                  <a:txBody>
                    <a:bodyPr/>
                    <a:lstStyle/>
                    <a:p>
                      <a:pPr marL="0" lvl="0" indent="0" algn="l" rtl="0">
                        <a:spcBef>
                          <a:spcPts val="0"/>
                        </a:spcBef>
                        <a:spcAft>
                          <a:spcPts val="0"/>
                        </a:spcAft>
                        <a:buNone/>
                      </a:pPr>
                      <a:r>
                        <a:rPr lang="es"/>
                        <a:t>The homescreen shortcut did not navigate to a “request form” instead took to “My requests” page.</a:t>
                      </a:r>
                      <a:endParaRPr/>
                    </a:p>
                    <a:p>
                      <a:pPr marL="0" lvl="0" indent="0" algn="l" rtl="0">
                        <a:spcBef>
                          <a:spcPts val="0"/>
                        </a:spcBef>
                        <a:spcAft>
                          <a:spcPts val="0"/>
                        </a:spcAft>
                        <a:buNone/>
                      </a:pPr>
                      <a:endParaRPr/>
                    </a:p>
                    <a:p>
                      <a:pPr marL="0" lvl="0" indent="0" algn="l" rtl="0">
                        <a:spcBef>
                          <a:spcPts val="0"/>
                        </a:spcBef>
                        <a:spcAft>
                          <a:spcPts val="0"/>
                        </a:spcAft>
                        <a:buNone/>
                      </a:pPr>
                      <a:r>
                        <a:rPr lang="es"/>
                        <a:t>My requests page was lacking a button for form creation.</a:t>
                      </a:r>
                      <a:endParaRPr/>
                    </a:p>
                    <a:p>
                      <a:pPr marL="0" lvl="0" indent="0" algn="l" rtl="0">
                        <a:spcBef>
                          <a:spcPts val="0"/>
                        </a:spcBef>
                        <a:spcAft>
                          <a:spcPts val="0"/>
                        </a:spcAft>
                        <a:buNone/>
                      </a:pPr>
                      <a:endParaRPr/>
                    </a:p>
                    <a:p>
                      <a:pPr marL="0" lvl="0" indent="0" algn="l" rtl="0">
                        <a:spcBef>
                          <a:spcPts val="0"/>
                        </a:spcBef>
                        <a:spcAft>
                          <a:spcPts val="0"/>
                        </a:spcAft>
                        <a:buNone/>
                      </a:pPr>
                      <a:r>
                        <a:rPr lang="es"/>
                        <a:t>Request form was showing selected and not selected assets all at once place, creating confusion.</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
                        <a:t>Usability Issue</a:t>
                      </a:r>
                      <a:endParaRPr/>
                    </a:p>
                  </a:txBody>
                  <a:tcPr marL="91425" marR="91425" marT="91425" marB="91425"/>
                </a:tc>
                <a:tc>
                  <a:txBody>
                    <a:bodyPr/>
                    <a:lstStyle/>
                    <a:p>
                      <a:pPr marL="0" lvl="0" indent="0" algn="l" rtl="0">
                        <a:spcBef>
                          <a:spcPts val="0"/>
                        </a:spcBef>
                        <a:spcAft>
                          <a:spcPts val="0"/>
                        </a:spcAft>
                        <a:buNone/>
                      </a:pPr>
                      <a:r>
                        <a:rPr lang="es"/>
                        <a:t>Navigation for creating a form is not correct. Selected and non-selected assets in the same leads to confusion.</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
                        <a:t>Recommendation</a:t>
                      </a:r>
                      <a:endParaRPr/>
                    </a:p>
                  </a:txBody>
                  <a:tcPr marL="91425" marR="91425" marT="91425" marB="91425"/>
                </a:tc>
                <a:tc>
                  <a:txBody>
                    <a:bodyPr/>
                    <a:lstStyle/>
                    <a:p>
                      <a:pPr marL="0" lvl="0" indent="0" algn="l" rtl="0">
                        <a:spcBef>
                          <a:spcPts val="0"/>
                        </a:spcBef>
                        <a:spcAft>
                          <a:spcPts val="0"/>
                        </a:spcAft>
                        <a:buNone/>
                      </a:pPr>
                      <a:r>
                        <a:rPr lang="es"/>
                        <a:t>Homescreen shortcut should open a new empty request form. Selected and non selected assets should be shown separately.</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s"/>
                        <a:t>Implementation</a:t>
                      </a:r>
                      <a:endParaRPr/>
                    </a:p>
                  </a:txBody>
                  <a:tcPr marL="91425" marR="91425" marT="91425" marB="91425"/>
                </a:tc>
                <a:tc>
                  <a:txBody>
                    <a:bodyPr/>
                    <a:lstStyle/>
                    <a:p>
                      <a:pPr marL="0" lvl="0" indent="0" algn="l" rtl="0">
                        <a:spcBef>
                          <a:spcPts val="0"/>
                        </a:spcBef>
                        <a:spcAft>
                          <a:spcPts val="0"/>
                        </a:spcAft>
                        <a:buNone/>
                      </a:pPr>
                      <a:r>
                        <a:rPr lang="es"/>
                        <a:t>Add asset button should display other available assets.</a:t>
                      </a: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s"/>
                        <a:t>Usability Principle</a:t>
                      </a:r>
                      <a:endParaRPr/>
                    </a:p>
                  </a:txBody>
                  <a:tcPr marL="91425" marR="91425" marT="91425" marB="91425"/>
                </a:tc>
                <a:tc>
                  <a:txBody>
                    <a:bodyPr/>
                    <a:lstStyle/>
                    <a:p>
                      <a:pPr marL="0" lvl="0" indent="0" algn="l" rtl="0">
                        <a:spcBef>
                          <a:spcPts val="0"/>
                        </a:spcBef>
                        <a:spcAft>
                          <a:spcPts val="0"/>
                        </a:spcAft>
                        <a:buNone/>
                      </a:pPr>
                      <a:r>
                        <a:rPr lang="es"/>
                        <a:t>Clear navigation and information design.</a:t>
                      </a:r>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2"/>
          <p:cNvSpPr/>
          <p:nvPr/>
        </p:nvSpPr>
        <p:spPr>
          <a:xfrm flipH="1">
            <a:off x="0" y="0"/>
            <a:ext cx="9144000" cy="75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52"/>
          <p:cNvSpPr txBox="1">
            <a:spLocks noGrp="1"/>
          </p:cNvSpPr>
          <p:nvPr>
            <p:ph type="title"/>
          </p:nvPr>
        </p:nvSpPr>
        <p:spPr>
          <a:xfrm flipH="1">
            <a:off x="-30850" y="57900"/>
            <a:ext cx="9144000" cy="70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Form Validation &amp; Error Prevention - Improvement</a:t>
            </a:r>
            <a:endParaRPr>
              <a:solidFill>
                <a:schemeClr val="lt1"/>
              </a:solidFill>
            </a:endParaRPr>
          </a:p>
        </p:txBody>
      </p:sp>
      <p:graphicFrame>
        <p:nvGraphicFramePr>
          <p:cNvPr id="336" name="Google Shape;336;p52"/>
          <p:cNvGraphicFramePr/>
          <p:nvPr/>
        </p:nvGraphicFramePr>
        <p:xfrm>
          <a:off x="136018" y="865509"/>
          <a:ext cx="8831050" cy="3230700"/>
        </p:xfrm>
        <a:graphic>
          <a:graphicData uri="http://schemas.openxmlformats.org/drawingml/2006/table">
            <a:tbl>
              <a:tblPr>
                <a:noFill/>
                <a:tableStyleId>{0E96BBDF-1046-4329-9878-BA7F2B78CB18}</a:tableStyleId>
              </a:tblPr>
              <a:tblGrid>
                <a:gridCol w="1706375">
                  <a:extLst>
                    <a:ext uri="{9D8B030D-6E8A-4147-A177-3AD203B41FA5}">
                      <a16:colId xmlns:a16="http://schemas.microsoft.com/office/drawing/2014/main" val="20000"/>
                    </a:ext>
                  </a:extLst>
                </a:gridCol>
                <a:gridCol w="7124675">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s" b="1"/>
                        <a:t>Area</a:t>
                      </a:r>
                      <a:endParaRPr b="1"/>
                    </a:p>
                  </a:txBody>
                  <a:tcPr marL="91425" marR="91425" marT="91425" marB="91425"/>
                </a:tc>
                <a:tc>
                  <a:txBody>
                    <a:bodyPr/>
                    <a:lstStyle/>
                    <a:p>
                      <a:pPr marL="0" lvl="0" indent="0" algn="l" rtl="0">
                        <a:spcBef>
                          <a:spcPts val="0"/>
                        </a:spcBef>
                        <a:spcAft>
                          <a:spcPts val="0"/>
                        </a:spcAft>
                        <a:buNone/>
                      </a:pPr>
                      <a:r>
                        <a:rPr lang="es" b="1"/>
                        <a:t>Details</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a:t>Finding</a:t>
                      </a:r>
                      <a:endParaRPr/>
                    </a:p>
                  </a:txBody>
                  <a:tcPr marL="91425" marR="91425" marT="91425" marB="91425"/>
                </a:tc>
                <a:tc>
                  <a:txBody>
                    <a:bodyPr/>
                    <a:lstStyle/>
                    <a:p>
                      <a:pPr marL="0" lvl="0" indent="0" algn="l" rtl="0">
                        <a:spcBef>
                          <a:spcPts val="0"/>
                        </a:spcBef>
                        <a:spcAft>
                          <a:spcPts val="0"/>
                        </a:spcAft>
                        <a:buNone/>
                      </a:pPr>
                      <a:r>
                        <a:rPr lang="es"/>
                        <a:t>Participants were able to move forward with invalid or incomplete details.</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
                        <a:t>Usability Issue</a:t>
                      </a:r>
                      <a:endParaRPr/>
                    </a:p>
                  </a:txBody>
                  <a:tcPr marL="91425" marR="91425" marT="91425" marB="91425"/>
                </a:tc>
                <a:tc>
                  <a:txBody>
                    <a:bodyPr/>
                    <a:lstStyle/>
                    <a:p>
                      <a:pPr marL="0" lvl="0" indent="0" algn="l" rtl="0">
                        <a:spcBef>
                          <a:spcPts val="0"/>
                        </a:spcBef>
                        <a:spcAft>
                          <a:spcPts val="0"/>
                        </a:spcAft>
                        <a:buNone/>
                      </a:pPr>
                      <a:r>
                        <a:rPr lang="es"/>
                        <a:t>The application is not preventing user from submitting the invalid form leading to communication issues during asset allocation process.</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
                        <a:t>Recommendation</a:t>
                      </a:r>
                      <a:endParaRPr/>
                    </a:p>
                  </a:txBody>
                  <a:tcPr marL="91425" marR="91425" marT="91425" marB="91425"/>
                </a:tc>
                <a:tc>
                  <a:txBody>
                    <a:bodyPr/>
                    <a:lstStyle/>
                    <a:p>
                      <a:pPr marL="0" lvl="0" indent="0" algn="l" rtl="0">
                        <a:spcBef>
                          <a:spcPts val="0"/>
                        </a:spcBef>
                        <a:spcAft>
                          <a:spcPts val="0"/>
                        </a:spcAft>
                        <a:buNone/>
                      </a:pPr>
                      <a:r>
                        <a:rPr lang="es"/>
                        <a:t>Mandatory fields should be validated and empty fields should not be allowed. A warning message or an error message should be shown on screen to the user to understand the issue and make required changes to submit the asset request form.</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s"/>
                        <a:t>Implementation</a:t>
                      </a:r>
                      <a:endParaRPr/>
                    </a:p>
                  </a:txBody>
                  <a:tcPr marL="91425" marR="91425" marT="91425" marB="91425"/>
                </a:tc>
                <a:tc>
                  <a:txBody>
                    <a:bodyPr/>
                    <a:lstStyle/>
                    <a:p>
                      <a:pPr marL="0" lvl="0" indent="0" algn="l" rtl="0">
                        <a:spcBef>
                          <a:spcPts val="0"/>
                        </a:spcBef>
                        <a:spcAft>
                          <a:spcPts val="0"/>
                        </a:spcAft>
                        <a:buNone/>
                      </a:pPr>
                      <a:r>
                        <a:rPr lang="es"/>
                        <a:t>Validate mandatory fields and use regex for validating formats for email field. An inline error message will be shown for invalid or incomplete details.</a:t>
                      </a: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s"/>
                        <a:t>Usability Principle</a:t>
                      </a:r>
                      <a:endParaRPr/>
                    </a:p>
                  </a:txBody>
                  <a:tcPr marL="91425" marR="91425" marT="91425" marB="91425"/>
                </a:tc>
                <a:tc>
                  <a:txBody>
                    <a:bodyPr/>
                    <a:lstStyle/>
                    <a:p>
                      <a:pPr marL="0" lvl="0" indent="0" algn="l" rtl="0">
                        <a:spcBef>
                          <a:spcPts val="0"/>
                        </a:spcBef>
                        <a:spcAft>
                          <a:spcPts val="0"/>
                        </a:spcAft>
                        <a:buNone/>
                      </a:pPr>
                      <a:r>
                        <a:rPr lang="es"/>
                        <a:t>Error prevention and visibility of status with user feedback.</a:t>
                      </a:r>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40"/>
        <p:cNvGrpSpPr/>
        <p:nvPr/>
      </p:nvGrpSpPr>
      <p:grpSpPr>
        <a:xfrm>
          <a:off x="0" y="0"/>
          <a:ext cx="0" cy="0"/>
          <a:chOff x="0" y="0"/>
          <a:chExt cx="0" cy="0"/>
        </a:xfrm>
      </p:grpSpPr>
      <p:sp>
        <p:nvSpPr>
          <p:cNvPr id="341" name="Google Shape;341;p53"/>
          <p:cNvSpPr txBox="1">
            <a:spLocks noGrp="1"/>
          </p:cNvSpPr>
          <p:nvPr>
            <p:ph type="ctrTitle"/>
          </p:nvPr>
        </p:nvSpPr>
        <p:spPr>
          <a:xfrm flipH="1">
            <a:off x="3932027" y="2243225"/>
            <a:ext cx="3470700" cy="192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solidFill>
                  <a:schemeClr val="lt1"/>
                </a:solidFill>
              </a:rPr>
              <a:t>Important</a:t>
            </a:r>
            <a:endParaRPr>
              <a:solidFill>
                <a:schemeClr val="lt1"/>
              </a:solidFill>
            </a:endParaRPr>
          </a:p>
          <a:p>
            <a:pPr marL="0" lvl="0" indent="0" algn="l" rtl="0">
              <a:spcBef>
                <a:spcPts val="0"/>
              </a:spcBef>
              <a:spcAft>
                <a:spcPts val="0"/>
              </a:spcAft>
              <a:buNone/>
            </a:pPr>
            <a:r>
              <a:rPr lang="es">
                <a:solidFill>
                  <a:schemeClr val="lt1"/>
                </a:solidFill>
              </a:rPr>
              <a:t>Links</a:t>
            </a:r>
            <a:endParaRPr>
              <a:solidFill>
                <a:schemeClr val="lt1"/>
              </a:solidFill>
            </a:endParaRPr>
          </a:p>
        </p:txBody>
      </p:sp>
      <p:sp>
        <p:nvSpPr>
          <p:cNvPr id="342" name="Google Shape;342;p53"/>
          <p:cNvSpPr txBox="1">
            <a:spLocks noGrp="1"/>
          </p:cNvSpPr>
          <p:nvPr>
            <p:ph type="title" idx="2"/>
          </p:nvPr>
        </p:nvSpPr>
        <p:spPr>
          <a:xfrm flipH="1">
            <a:off x="-796892" y="2419325"/>
            <a:ext cx="4488300" cy="1622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s">
                <a:solidFill>
                  <a:schemeClr val="lt1"/>
                </a:solidFill>
              </a:rPr>
              <a:t>06</a:t>
            </a:r>
            <a:endParaRPr>
              <a:solidFill>
                <a:schemeClr val="l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54"/>
          <p:cNvSpPr/>
          <p:nvPr/>
        </p:nvSpPr>
        <p:spPr>
          <a:xfrm flipH="1">
            <a:off x="0" y="0"/>
            <a:ext cx="9144000" cy="75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54"/>
          <p:cNvSpPr txBox="1">
            <a:spLocks noGrp="1"/>
          </p:cNvSpPr>
          <p:nvPr>
            <p:ph type="title"/>
          </p:nvPr>
        </p:nvSpPr>
        <p:spPr>
          <a:xfrm flipH="1">
            <a:off x="-30850" y="57900"/>
            <a:ext cx="9144000" cy="70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chemeClr val="lt1"/>
                </a:solidFill>
              </a:rPr>
              <a:t>Important Project links</a:t>
            </a:r>
            <a:endParaRPr>
              <a:solidFill>
                <a:schemeClr val="lt1"/>
              </a:solidFill>
            </a:endParaRPr>
          </a:p>
        </p:txBody>
      </p:sp>
      <p:graphicFrame>
        <p:nvGraphicFramePr>
          <p:cNvPr id="349" name="Google Shape;349;p54"/>
          <p:cNvGraphicFramePr/>
          <p:nvPr>
            <p:extLst>
              <p:ext uri="{D42A27DB-BD31-4B8C-83A1-F6EECF244321}">
                <p14:modId xmlns:p14="http://schemas.microsoft.com/office/powerpoint/2010/main" val="445951476"/>
              </p:ext>
            </p:extLst>
          </p:nvPr>
        </p:nvGraphicFramePr>
        <p:xfrm>
          <a:off x="136018" y="865509"/>
          <a:ext cx="8831050" cy="1798200"/>
        </p:xfrm>
        <a:graphic>
          <a:graphicData uri="http://schemas.openxmlformats.org/drawingml/2006/table">
            <a:tbl>
              <a:tblPr>
                <a:noFill/>
                <a:tableStyleId>{0E96BBDF-1046-4329-9878-BA7F2B78CB18}</a:tableStyleId>
              </a:tblPr>
              <a:tblGrid>
                <a:gridCol w="1706375">
                  <a:extLst>
                    <a:ext uri="{9D8B030D-6E8A-4147-A177-3AD203B41FA5}">
                      <a16:colId xmlns:a16="http://schemas.microsoft.com/office/drawing/2014/main" val="20000"/>
                    </a:ext>
                  </a:extLst>
                </a:gridCol>
                <a:gridCol w="7124675">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s" b="1"/>
                        <a:t>Name</a:t>
                      </a:r>
                      <a:endParaRPr b="1"/>
                    </a:p>
                  </a:txBody>
                  <a:tcPr marL="91425" marR="91425" marT="91425" marB="91425"/>
                </a:tc>
                <a:tc>
                  <a:txBody>
                    <a:bodyPr/>
                    <a:lstStyle/>
                    <a:p>
                      <a:pPr marL="0" lvl="0" indent="0" algn="l" rtl="0">
                        <a:spcBef>
                          <a:spcPts val="0"/>
                        </a:spcBef>
                        <a:spcAft>
                          <a:spcPts val="0"/>
                        </a:spcAft>
                        <a:buNone/>
                      </a:pPr>
                      <a:r>
                        <a:rPr lang="es" b="1"/>
                        <a:t>Link</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a:t>Github repository</a:t>
                      </a:r>
                      <a:endParaRPr/>
                    </a:p>
                  </a:txBody>
                  <a:tcPr marL="91425" marR="91425" marT="91425" marB="91425"/>
                </a:tc>
                <a:tc>
                  <a:txBody>
                    <a:bodyPr/>
                    <a:lstStyle/>
                    <a:p>
                      <a:pPr marL="0" lvl="0" indent="0" algn="l" rtl="0">
                        <a:spcBef>
                          <a:spcPts val="0"/>
                        </a:spcBef>
                        <a:spcAft>
                          <a:spcPts val="0"/>
                        </a:spcAft>
                        <a:buNone/>
                      </a:pPr>
                      <a:r>
                        <a:rPr lang="en-IN" dirty="0">
                          <a:hlinkClick r:id="rId3"/>
                        </a:rPr>
                        <a:t>https://github.com/Krisha-12/cbc_pwa</a:t>
                      </a:r>
                      <a:endParaRPr dirty="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s"/>
                        <a:t>PWA Deployed link</a:t>
                      </a:r>
                      <a:endParaRPr/>
                    </a:p>
                  </a:txBody>
                  <a:tcPr marL="91425" marR="91425" marT="91425" marB="91425"/>
                </a:tc>
                <a:tc>
                  <a:txBody>
                    <a:bodyPr/>
                    <a:lstStyle/>
                    <a:p>
                      <a:pPr marL="0" lvl="0" indent="0" algn="l" rtl="0">
                        <a:spcBef>
                          <a:spcPts val="0"/>
                        </a:spcBef>
                        <a:spcAft>
                          <a:spcPts val="0"/>
                        </a:spcAft>
                        <a:buNone/>
                      </a:pPr>
                      <a:r>
                        <a:rPr lang="en-IN" sz="1400" b="0" i="0" u="sng" strike="noStrike" cap="none" spc="0" dirty="0">
                          <a:solidFill>
                            <a:srgbClr val="000000"/>
                          </a:solidFill>
                          <a:effectLst/>
                          <a:latin typeface="Arial"/>
                          <a:ea typeface="Arial"/>
                          <a:cs typeface="Arial"/>
                          <a:sym typeface="Arial"/>
                          <a:hlinkClick r:id="rId4"/>
                        </a:rPr>
                        <a:t>https://krisha-12.github.io/cbc_pwa/</a:t>
                      </a:r>
                      <a:endParaRPr b="0" dirty="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s"/>
                        <a:t>Recorded video link</a:t>
                      </a:r>
                      <a:endParaRPr/>
                    </a:p>
                  </a:txBody>
                  <a:tcPr marL="91425" marR="91425" marT="91425" marB="91425"/>
                </a:tc>
                <a:tc>
                  <a:txBody>
                    <a:bodyPr/>
                    <a:lstStyle/>
                    <a:p>
                      <a:pPr marL="0" lvl="0" indent="0" algn="l" rtl="0">
                        <a:spcBef>
                          <a:spcPts val="0"/>
                        </a:spcBef>
                        <a:spcAft>
                          <a:spcPts val="0"/>
                        </a:spcAft>
                        <a:buNone/>
                      </a:pPr>
                      <a:r>
                        <a:rPr lang="en-IN" dirty="0">
                          <a:hlinkClick r:id="rId5"/>
                        </a:rPr>
                        <a:t>https://drive.google.com/file/d/1meZbw2j7Sh6x6f7SBWvnJHsyFJv9IudM/view?usp=drive_link</a:t>
                      </a:r>
                      <a:endParaRPr dirty="0"/>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53"/>
        <p:cNvGrpSpPr/>
        <p:nvPr/>
      </p:nvGrpSpPr>
      <p:grpSpPr>
        <a:xfrm>
          <a:off x="0" y="0"/>
          <a:ext cx="0" cy="0"/>
          <a:chOff x="0" y="0"/>
          <a:chExt cx="0" cy="0"/>
        </a:xfrm>
      </p:grpSpPr>
      <p:sp>
        <p:nvSpPr>
          <p:cNvPr id="354" name="Google Shape;354;p55"/>
          <p:cNvSpPr/>
          <p:nvPr/>
        </p:nvSpPr>
        <p:spPr>
          <a:xfrm>
            <a:off x="-215401" y="1695900"/>
            <a:ext cx="4549200" cy="17517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55"/>
          <p:cNvSpPr txBox="1">
            <a:spLocks noGrp="1"/>
          </p:cNvSpPr>
          <p:nvPr>
            <p:ph type="title"/>
          </p:nvPr>
        </p:nvSpPr>
        <p:spPr>
          <a:xfrm>
            <a:off x="1676549" y="2123400"/>
            <a:ext cx="2847000" cy="896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s">
                <a:solidFill>
                  <a:schemeClr val="lt1"/>
                </a:solidFill>
              </a:rPr>
              <a:t>Thanks</a:t>
            </a:r>
            <a:endParaRPr>
              <a:solidFill>
                <a:schemeClr val="lt1"/>
              </a:solidFill>
            </a:endParaRPr>
          </a:p>
        </p:txBody>
      </p:sp>
    </p:spTree>
  </p:cSld>
  <p:clrMapOvr>
    <a:masterClrMapping/>
  </p:clrMapOvr>
</p:sld>
</file>

<file path=ppt/theme/theme1.xml><?xml version="1.0" encoding="utf-8"?>
<a:theme xmlns:a="http://schemas.openxmlformats.org/drawingml/2006/main" name="Invesment Business Plan by Slidego">
  <a:themeElements>
    <a:clrScheme name="Simple Light">
      <a:dk1>
        <a:srgbClr val="254C6D"/>
      </a:dk1>
      <a:lt1>
        <a:srgbClr val="F3F3F3"/>
      </a:lt1>
      <a:dk2>
        <a:srgbClr val="254C6D"/>
      </a:dk2>
      <a:lt2>
        <a:srgbClr val="EEEEEE"/>
      </a:lt2>
      <a:accent1>
        <a:srgbClr val="254C6D"/>
      </a:accent1>
      <a:accent2>
        <a:srgbClr val="254C6D"/>
      </a:accent2>
      <a:accent3>
        <a:srgbClr val="254C6D"/>
      </a:accent3>
      <a:accent4>
        <a:srgbClr val="254C6D"/>
      </a:accent4>
      <a:accent5>
        <a:srgbClr val="254C6D"/>
      </a:accent5>
      <a:accent6>
        <a:srgbClr val="254C6D"/>
      </a:accent6>
      <a:hlink>
        <a:srgbClr val="254C6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2034</Words>
  <Application>Microsoft Office PowerPoint</Application>
  <PresentationFormat>On-screen Show (16:9)</PresentationFormat>
  <Paragraphs>310</Paragraphs>
  <Slides>31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DM Serif Display</vt:lpstr>
      <vt:lpstr>Open Sans Light</vt:lpstr>
      <vt:lpstr>Arial</vt:lpstr>
      <vt:lpstr>Open Sans</vt:lpstr>
      <vt:lpstr>Fira Sans Extra Condensed Medium</vt:lpstr>
      <vt:lpstr>Invesment Business Plan by Slidego</vt:lpstr>
      <vt:lpstr> Cairns Bhutanese Community (CBC) Mobile Application</vt:lpstr>
      <vt:lpstr>Introduction</vt:lpstr>
      <vt:lpstr>Privacy &amp; Ethics</vt:lpstr>
      <vt:lpstr>Persona Details</vt:lpstr>
      <vt:lpstr>Persona of a Frequent Community Event Organiser</vt:lpstr>
      <vt:lpstr>Persona of a Frequent Community Event Organiser</vt:lpstr>
      <vt:lpstr>Persona of a Frequent Community Event Organiser</vt:lpstr>
      <vt:lpstr>System Design</vt:lpstr>
      <vt:lpstr>Use case diagram for CBC Mobile application</vt:lpstr>
      <vt:lpstr>View Assets and Submit Asset Request Activity Diagram</vt:lpstr>
      <vt:lpstr>Manage and Track Requests Activity Diagram</vt:lpstr>
      <vt:lpstr>View and modify profile details Activity Diagram</vt:lpstr>
      <vt:lpstr>Privacy &amp; Ethics</vt:lpstr>
      <vt:lpstr>APP Principles reflected in application</vt:lpstr>
      <vt:lpstr>Ethical Design decision</vt:lpstr>
      <vt:lpstr>Usability Evaluation</vt:lpstr>
      <vt:lpstr>Usability Testing Methodology</vt:lpstr>
      <vt:lpstr>Usability Test tasks and expected outcomes</vt:lpstr>
      <vt:lpstr>Participant consent and recordings</vt:lpstr>
      <vt:lpstr>Testing Measurements &amp; Results - Participant 1</vt:lpstr>
      <vt:lpstr>Testing Measurements &amp; Results - Participant 2</vt:lpstr>
      <vt:lpstr>Testing Measurements &amp; Results - Participant 3</vt:lpstr>
      <vt:lpstr>Graph: Task completion by usability goal</vt:lpstr>
      <vt:lpstr>Graph: Problems identified by the participant</vt:lpstr>
      <vt:lpstr>Usability Improvements</vt:lpstr>
      <vt:lpstr>Efficient Asset Discovery - Improvement</vt:lpstr>
      <vt:lpstr>Low-Effort Request Submission - Improvement</vt:lpstr>
      <vt:lpstr>Form Validation &amp; Error Prevention - Improvement</vt:lpstr>
      <vt:lpstr>Important Links</vt:lpstr>
      <vt:lpstr>Important Project links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krisha chodvadiya</cp:lastModifiedBy>
  <cp:revision>1</cp:revision>
  <dcterms:modified xsi:type="dcterms:W3CDTF">2026-10-03T15:59:36Z</dcterms:modified>
</cp:coreProperties>
</file>